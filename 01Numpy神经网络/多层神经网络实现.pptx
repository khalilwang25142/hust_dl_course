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39.svg" ContentType="image/svg+xml"/>
  <Override PartName="/ppt/media/image41.svg" ContentType="image/svg+xml"/>
  <Override PartName="/ppt/media/image42.svg" ContentType="image/svg+xml"/>
  <Override PartName="/ppt/media/image44.svg" ContentType="image/svg+xml"/>
  <Override PartName="/ppt/media/image45.svg" ContentType="image/svg+xml"/>
  <Override PartName="/ppt/media/image49.svg" ContentType="image/svg+xml"/>
  <Override PartName="/ppt/media/image50.svg" ContentType="image/svg+xml"/>
  <Override PartName="/ppt/media/image58.svg" ContentType="image/svg+xml"/>
  <Override PartName="/ppt/media/image6.svg" ContentType="image/svg+xml"/>
  <Override PartName="/ppt/media/image61.svg" ContentType="image/svg+xml"/>
  <Override PartName="/ppt/media/image64.svg" ContentType="image/svg+xml"/>
  <Override PartName="/ppt/media/image69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82.svg" ContentType="image/svg+xml"/>
  <Override PartName="/ppt/media/image8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5"/>
  </p:notesMasterIdLst>
  <p:sldIdLst>
    <p:sldId id="259" r:id="rId4"/>
    <p:sldId id="262" r:id="rId6"/>
    <p:sldId id="265" r:id="rId7"/>
    <p:sldId id="268" r:id="rId8"/>
    <p:sldId id="271" r:id="rId9"/>
    <p:sldId id="274" r:id="rId10"/>
    <p:sldId id="277" r:id="rId11"/>
    <p:sldId id="280" r:id="rId12"/>
    <p:sldId id="283" r:id="rId13"/>
    <p:sldId id="286" r:id="rId14"/>
    <p:sldId id="289" r:id="rId15"/>
    <p:sldId id="308" r:id="rId16"/>
    <p:sldId id="292" r:id="rId17"/>
    <p:sldId id="295" r:id="rId18"/>
    <p:sldId id="309" r:id="rId19"/>
    <p:sldId id="310" r:id="rId20"/>
    <p:sldId id="312" r:id="rId21"/>
    <p:sldId id="313" r:id="rId22"/>
    <p:sldId id="314" r:id="rId23"/>
    <p:sldId id="315" r:id="rId24"/>
    <p:sldId id="316" r:id="rId25"/>
    <p:sldId id="304" r:id="rId26"/>
    <p:sldId id="307" r:id="rId27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gs" Target="tags/tag331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tags" Target="../tags/tag330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2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3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5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5" Type="http://schemas.openxmlformats.org/officeDocument/2006/relationships/tags" Target="../tags/tag234.xml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" Type="http://schemas.openxmlformats.org/officeDocument/2006/relationships/tags" Target="../tags/tag24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5" Type="http://schemas.openxmlformats.org/officeDocument/2006/relationships/tags" Target="../tags/tag255.xml"/><Relationship Id="rId4" Type="http://schemas.openxmlformats.org/officeDocument/2006/relationships/tags" Target="../tags/tag254.xml"/><Relationship Id="rId3" Type="http://schemas.openxmlformats.org/officeDocument/2006/relationships/tags" Target="../tags/tag25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5" Type="http://schemas.openxmlformats.org/officeDocument/2006/relationships/tags" Target="../tags/tag269.xml"/><Relationship Id="rId4" Type="http://schemas.openxmlformats.org/officeDocument/2006/relationships/tags" Target="../tags/tag268.xml"/><Relationship Id="rId3" Type="http://schemas.openxmlformats.org/officeDocument/2006/relationships/tags" Target="../tags/tag26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5" Type="http://schemas.openxmlformats.org/officeDocument/2006/relationships/tags" Target="../tags/tag276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5" Type="http://schemas.openxmlformats.org/officeDocument/2006/relationships/tags" Target="../tags/tag283.xml"/><Relationship Id="rId4" Type="http://schemas.openxmlformats.org/officeDocument/2006/relationships/tags" Target="../tags/tag282.xml"/><Relationship Id="rId3" Type="http://schemas.openxmlformats.org/officeDocument/2006/relationships/tags" Target="../tags/tag281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5" Type="http://schemas.openxmlformats.org/officeDocument/2006/relationships/tags" Target="../tags/tag324.xml"/><Relationship Id="rId4" Type="http://schemas.openxmlformats.org/officeDocument/2006/relationships/tags" Target="../tags/tag323.xml"/><Relationship Id="rId3" Type="http://schemas.openxmlformats.org/officeDocument/2006/relationships/tags" Target="../tags/tag32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svg"/><Relationship Id="rId8" Type="http://schemas.openxmlformats.org/officeDocument/2006/relationships/image" Target="../media/image5.png"/><Relationship Id="rId7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tags" Target="../tags/tag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7.xml"/><Relationship Id="rId13" Type="http://schemas.openxmlformats.org/officeDocument/2006/relationships/tags" Target="../tags/tag6.xml"/><Relationship Id="rId12" Type="http://schemas.openxmlformats.org/officeDocument/2006/relationships/tags" Target="../tags/tag5.xml"/><Relationship Id="rId11" Type="http://schemas.openxmlformats.org/officeDocument/2006/relationships/image" Target="../media/image7.png"/><Relationship Id="rId10" Type="http://schemas.openxmlformats.org/officeDocument/2006/relationships/tags" Target="../tags/tag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image" Target="../media/image8.pn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image" Target="../media/image12.png"/><Relationship Id="rId65" Type="http://schemas.openxmlformats.org/officeDocument/2006/relationships/notesSlide" Target="../notesSlides/notesSlide4.xml"/><Relationship Id="rId64" Type="http://schemas.openxmlformats.org/officeDocument/2006/relationships/slideLayout" Target="../slideLayouts/slideLayout1.xml"/><Relationship Id="rId63" Type="http://schemas.openxmlformats.org/officeDocument/2006/relationships/tags" Target="../tags/tag69.xml"/><Relationship Id="rId62" Type="http://schemas.openxmlformats.org/officeDocument/2006/relationships/tags" Target="../tags/tag68.xml"/><Relationship Id="rId61" Type="http://schemas.openxmlformats.org/officeDocument/2006/relationships/tags" Target="../tags/tag67.xml"/><Relationship Id="rId60" Type="http://schemas.openxmlformats.org/officeDocument/2006/relationships/tags" Target="../tags/tag66.xml"/><Relationship Id="rId6" Type="http://schemas.openxmlformats.org/officeDocument/2006/relationships/tags" Target="../tags/tag32.xml"/><Relationship Id="rId59" Type="http://schemas.openxmlformats.org/officeDocument/2006/relationships/tags" Target="../tags/tag65.xml"/><Relationship Id="rId58" Type="http://schemas.openxmlformats.org/officeDocument/2006/relationships/tags" Target="../tags/tag64.xml"/><Relationship Id="rId57" Type="http://schemas.openxmlformats.org/officeDocument/2006/relationships/tags" Target="../tags/tag63.xml"/><Relationship Id="rId56" Type="http://schemas.openxmlformats.org/officeDocument/2006/relationships/tags" Target="../tags/tag62.xml"/><Relationship Id="rId55" Type="http://schemas.openxmlformats.org/officeDocument/2006/relationships/tags" Target="../tags/tag61.xml"/><Relationship Id="rId54" Type="http://schemas.openxmlformats.org/officeDocument/2006/relationships/tags" Target="../tags/tag60.xml"/><Relationship Id="rId53" Type="http://schemas.openxmlformats.org/officeDocument/2006/relationships/tags" Target="../tags/tag59.xml"/><Relationship Id="rId52" Type="http://schemas.openxmlformats.org/officeDocument/2006/relationships/tags" Target="../tags/tag58.xml"/><Relationship Id="rId51" Type="http://schemas.openxmlformats.org/officeDocument/2006/relationships/tags" Target="../tags/tag57.xml"/><Relationship Id="rId50" Type="http://schemas.openxmlformats.org/officeDocument/2006/relationships/tags" Target="../tags/tag56.xml"/><Relationship Id="rId5" Type="http://schemas.openxmlformats.org/officeDocument/2006/relationships/image" Target="../media/image11.svg"/><Relationship Id="rId49" Type="http://schemas.openxmlformats.org/officeDocument/2006/relationships/tags" Target="../tags/tag55.xml"/><Relationship Id="rId48" Type="http://schemas.openxmlformats.org/officeDocument/2006/relationships/tags" Target="../tags/tag54.xml"/><Relationship Id="rId47" Type="http://schemas.openxmlformats.org/officeDocument/2006/relationships/tags" Target="../tags/tag53.xml"/><Relationship Id="rId46" Type="http://schemas.openxmlformats.org/officeDocument/2006/relationships/image" Target="../media/image31.svg"/><Relationship Id="rId45" Type="http://schemas.openxmlformats.org/officeDocument/2006/relationships/image" Target="../media/image30.png"/><Relationship Id="rId44" Type="http://schemas.openxmlformats.org/officeDocument/2006/relationships/tags" Target="../tags/tag52.xml"/><Relationship Id="rId43" Type="http://schemas.openxmlformats.org/officeDocument/2006/relationships/image" Target="../media/image29.svg"/><Relationship Id="rId42" Type="http://schemas.openxmlformats.org/officeDocument/2006/relationships/image" Target="../media/image28.png"/><Relationship Id="rId41" Type="http://schemas.openxmlformats.org/officeDocument/2006/relationships/tags" Target="../tags/tag51.xml"/><Relationship Id="rId40" Type="http://schemas.openxmlformats.org/officeDocument/2006/relationships/tags" Target="../tags/tag50.xml"/><Relationship Id="rId4" Type="http://schemas.openxmlformats.org/officeDocument/2006/relationships/image" Target="../media/image10.png"/><Relationship Id="rId39" Type="http://schemas.openxmlformats.org/officeDocument/2006/relationships/image" Target="../media/image27.svg"/><Relationship Id="rId38" Type="http://schemas.openxmlformats.org/officeDocument/2006/relationships/image" Target="../media/image26.png"/><Relationship Id="rId37" Type="http://schemas.openxmlformats.org/officeDocument/2006/relationships/tags" Target="../tags/tag49.xml"/><Relationship Id="rId36" Type="http://schemas.openxmlformats.org/officeDocument/2006/relationships/image" Target="../media/image25.svg"/><Relationship Id="rId35" Type="http://schemas.openxmlformats.org/officeDocument/2006/relationships/tags" Target="../tags/tag48.xml"/><Relationship Id="rId34" Type="http://schemas.openxmlformats.org/officeDocument/2006/relationships/tags" Target="../tags/tag47.xml"/><Relationship Id="rId33" Type="http://schemas.openxmlformats.org/officeDocument/2006/relationships/image" Target="../media/image24.svg"/><Relationship Id="rId32" Type="http://schemas.openxmlformats.org/officeDocument/2006/relationships/image" Target="../media/image23.png"/><Relationship Id="rId31" Type="http://schemas.openxmlformats.org/officeDocument/2006/relationships/tags" Target="../tags/tag46.xml"/><Relationship Id="rId30" Type="http://schemas.openxmlformats.org/officeDocument/2006/relationships/image" Target="../media/image22.svg"/><Relationship Id="rId3" Type="http://schemas.openxmlformats.org/officeDocument/2006/relationships/tags" Target="../tags/tag31.xml"/><Relationship Id="rId29" Type="http://schemas.openxmlformats.org/officeDocument/2006/relationships/image" Target="../media/image21.png"/><Relationship Id="rId28" Type="http://schemas.openxmlformats.org/officeDocument/2006/relationships/tags" Target="../tags/tag45.xml"/><Relationship Id="rId27" Type="http://schemas.openxmlformats.org/officeDocument/2006/relationships/tags" Target="../tags/tag44.xml"/><Relationship Id="rId26" Type="http://schemas.openxmlformats.org/officeDocument/2006/relationships/image" Target="../media/image20.svg"/><Relationship Id="rId25" Type="http://schemas.openxmlformats.org/officeDocument/2006/relationships/image" Target="../media/image19.png"/><Relationship Id="rId24" Type="http://schemas.openxmlformats.org/officeDocument/2006/relationships/tags" Target="../tags/tag43.xml"/><Relationship Id="rId23" Type="http://schemas.openxmlformats.org/officeDocument/2006/relationships/image" Target="../media/image18.svg"/><Relationship Id="rId22" Type="http://schemas.openxmlformats.org/officeDocument/2006/relationships/image" Target="../media/image17.png"/><Relationship Id="rId21" Type="http://schemas.openxmlformats.org/officeDocument/2006/relationships/tags" Target="../tags/tag42.xml"/><Relationship Id="rId20" Type="http://schemas.openxmlformats.org/officeDocument/2006/relationships/tags" Target="../tags/tag41.xml"/><Relationship Id="rId2" Type="http://schemas.openxmlformats.org/officeDocument/2006/relationships/image" Target="../media/image8.png"/><Relationship Id="rId19" Type="http://schemas.openxmlformats.org/officeDocument/2006/relationships/image" Target="../media/image16.png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image" Target="../media/image15.png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image" Target="../media/image14.png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image" Target="../media/image13.png"/><Relationship Id="rId1" Type="http://schemas.openxmlformats.org/officeDocument/2006/relationships/tags" Target="../tags/tag30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image" Target="../media/image12.png"/><Relationship Id="rId6" Type="http://schemas.openxmlformats.org/officeDocument/2006/relationships/tags" Target="../tags/tag80.xml"/><Relationship Id="rId5" Type="http://schemas.openxmlformats.org/officeDocument/2006/relationships/image" Target="../media/image11.svg"/><Relationship Id="rId47" Type="http://schemas.openxmlformats.org/officeDocument/2006/relationships/notesSlide" Target="../notesSlides/notesSlide6.xml"/><Relationship Id="rId46" Type="http://schemas.openxmlformats.org/officeDocument/2006/relationships/slideLayout" Target="../slideLayouts/slideLayout1.xml"/><Relationship Id="rId45" Type="http://schemas.openxmlformats.org/officeDocument/2006/relationships/tags" Target="../tags/tag105.xml"/><Relationship Id="rId44" Type="http://schemas.openxmlformats.org/officeDocument/2006/relationships/tags" Target="../tags/tag104.xml"/><Relationship Id="rId43" Type="http://schemas.openxmlformats.org/officeDocument/2006/relationships/tags" Target="../tags/tag103.xml"/><Relationship Id="rId42" Type="http://schemas.openxmlformats.org/officeDocument/2006/relationships/tags" Target="../tags/tag102.xml"/><Relationship Id="rId41" Type="http://schemas.openxmlformats.org/officeDocument/2006/relationships/tags" Target="../tags/tag101.xml"/><Relationship Id="rId40" Type="http://schemas.openxmlformats.org/officeDocument/2006/relationships/tags" Target="../tags/tag100.xml"/><Relationship Id="rId4" Type="http://schemas.openxmlformats.org/officeDocument/2006/relationships/image" Target="../media/image32.png"/><Relationship Id="rId39" Type="http://schemas.openxmlformats.org/officeDocument/2006/relationships/tags" Target="../tags/tag99.xml"/><Relationship Id="rId38" Type="http://schemas.openxmlformats.org/officeDocument/2006/relationships/tags" Target="../tags/tag98.xml"/><Relationship Id="rId37" Type="http://schemas.openxmlformats.org/officeDocument/2006/relationships/tags" Target="../tags/tag97.xml"/><Relationship Id="rId36" Type="http://schemas.openxmlformats.org/officeDocument/2006/relationships/tags" Target="../tags/tag96.xml"/><Relationship Id="rId35" Type="http://schemas.openxmlformats.org/officeDocument/2006/relationships/tags" Target="../tags/tag95.xml"/><Relationship Id="rId34" Type="http://schemas.openxmlformats.org/officeDocument/2006/relationships/tags" Target="../tags/tag94.xml"/><Relationship Id="rId33" Type="http://schemas.openxmlformats.org/officeDocument/2006/relationships/tags" Target="../tags/tag93.xml"/><Relationship Id="rId32" Type="http://schemas.openxmlformats.org/officeDocument/2006/relationships/image" Target="../media/image45.svg"/><Relationship Id="rId31" Type="http://schemas.openxmlformats.org/officeDocument/2006/relationships/tags" Target="../tags/tag92.xml"/><Relationship Id="rId30" Type="http://schemas.openxmlformats.org/officeDocument/2006/relationships/image" Target="../media/image44.svg"/><Relationship Id="rId3" Type="http://schemas.openxmlformats.org/officeDocument/2006/relationships/tags" Target="../tags/tag79.xml"/><Relationship Id="rId29" Type="http://schemas.openxmlformats.org/officeDocument/2006/relationships/image" Target="../media/image43.png"/><Relationship Id="rId28" Type="http://schemas.openxmlformats.org/officeDocument/2006/relationships/tags" Target="../tags/tag91.xml"/><Relationship Id="rId27" Type="http://schemas.openxmlformats.org/officeDocument/2006/relationships/tags" Target="../tags/tag90.xml"/><Relationship Id="rId26" Type="http://schemas.openxmlformats.org/officeDocument/2006/relationships/image" Target="../media/image42.svg"/><Relationship Id="rId25" Type="http://schemas.openxmlformats.org/officeDocument/2006/relationships/tags" Target="../tags/tag89.xml"/><Relationship Id="rId24" Type="http://schemas.openxmlformats.org/officeDocument/2006/relationships/image" Target="../media/image41.svg"/><Relationship Id="rId23" Type="http://schemas.openxmlformats.org/officeDocument/2006/relationships/image" Target="../media/image40.png"/><Relationship Id="rId22" Type="http://schemas.openxmlformats.org/officeDocument/2006/relationships/tags" Target="../tags/tag88.xml"/><Relationship Id="rId21" Type="http://schemas.openxmlformats.org/officeDocument/2006/relationships/tags" Target="../tags/tag87.xml"/><Relationship Id="rId20" Type="http://schemas.openxmlformats.org/officeDocument/2006/relationships/image" Target="../media/image39.svg"/><Relationship Id="rId2" Type="http://schemas.openxmlformats.org/officeDocument/2006/relationships/image" Target="../media/image8.png"/><Relationship Id="rId19" Type="http://schemas.openxmlformats.org/officeDocument/2006/relationships/tags" Target="../tags/tag86.xml"/><Relationship Id="rId18" Type="http://schemas.openxmlformats.org/officeDocument/2006/relationships/image" Target="../media/image38.svg"/><Relationship Id="rId17" Type="http://schemas.openxmlformats.org/officeDocument/2006/relationships/image" Target="../media/image37.png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image" Target="../media/image36.svg"/><Relationship Id="rId13" Type="http://schemas.openxmlformats.org/officeDocument/2006/relationships/image" Target="../media/image35.png"/><Relationship Id="rId12" Type="http://schemas.openxmlformats.org/officeDocument/2006/relationships/tags" Target="../tags/tag83.xml"/><Relationship Id="rId11" Type="http://schemas.openxmlformats.org/officeDocument/2006/relationships/image" Target="../media/image34.svg"/><Relationship Id="rId10" Type="http://schemas.openxmlformats.org/officeDocument/2006/relationships/image" Target="../media/image33.png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tags" Target="../tags/tag118.xml"/><Relationship Id="rId7" Type="http://schemas.openxmlformats.org/officeDocument/2006/relationships/image" Target="../media/image12.png"/><Relationship Id="rId6" Type="http://schemas.openxmlformats.org/officeDocument/2006/relationships/tags" Target="../tags/tag117.xml"/><Relationship Id="rId5" Type="http://schemas.openxmlformats.org/officeDocument/2006/relationships/image" Target="../media/image11.svg"/><Relationship Id="rId4" Type="http://schemas.openxmlformats.org/officeDocument/2006/relationships/image" Target="../media/image32.png"/><Relationship Id="rId3" Type="http://schemas.openxmlformats.org/officeDocument/2006/relationships/tags" Target="../tags/tag116.xml"/><Relationship Id="rId29" Type="http://schemas.openxmlformats.org/officeDocument/2006/relationships/notesSlide" Target="../notesSlides/notesSlide8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132.xml"/><Relationship Id="rId26" Type="http://schemas.openxmlformats.org/officeDocument/2006/relationships/tags" Target="../tags/tag131.xml"/><Relationship Id="rId25" Type="http://schemas.openxmlformats.org/officeDocument/2006/relationships/tags" Target="../tags/tag130.xml"/><Relationship Id="rId24" Type="http://schemas.openxmlformats.org/officeDocument/2006/relationships/tags" Target="../tags/tag129.xml"/><Relationship Id="rId23" Type="http://schemas.openxmlformats.org/officeDocument/2006/relationships/tags" Target="../tags/tag128.xml"/><Relationship Id="rId22" Type="http://schemas.openxmlformats.org/officeDocument/2006/relationships/tags" Target="../tags/tag127.xml"/><Relationship Id="rId21" Type="http://schemas.openxmlformats.org/officeDocument/2006/relationships/tags" Target="../tags/tag126.xml"/><Relationship Id="rId20" Type="http://schemas.openxmlformats.org/officeDocument/2006/relationships/tags" Target="../tags/tag125.xml"/><Relationship Id="rId2" Type="http://schemas.openxmlformats.org/officeDocument/2006/relationships/image" Target="../media/image8.png"/><Relationship Id="rId19" Type="http://schemas.openxmlformats.org/officeDocument/2006/relationships/tags" Target="../tags/tag124.xml"/><Relationship Id="rId18" Type="http://schemas.openxmlformats.org/officeDocument/2006/relationships/image" Target="../media/image50.svg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image" Target="../media/image49.svg"/><Relationship Id="rId14" Type="http://schemas.openxmlformats.org/officeDocument/2006/relationships/image" Target="../media/image48.png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image" Target="../media/image47.png"/><Relationship Id="rId10" Type="http://schemas.openxmlformats.org/officeDocument/2006/relationships/tags" Target="../tags/tag119.xml"/><Relationship Id="rId1" Type="http://schemas.openxmlformats.org/officeDocument/2006/relationships/tags" Target="../tags/tag11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tags" Target="../tags/tag139.xml"/><Relationship Id="rId7" Type="http://schemas.openxmlformats.org/officeDocument/2006/relationships/image" Target="../media/image12.png"/><Relationship Id="rId6" Type="http://schemas.openxmlformats.org/officeDocument/2006/relationships/tags" Target="../tags/tag138.xml"/><Relationship Id="rId5" Type="http://schemas.openxmlformats.org/officeDocument/2006/relationships/image" Target="../media/image11.svg"/><Relationship Id="rId4" Type="http://schemas.openxmlformats.org/officeDocument/2006/relationships/image" Target="../media/image32.png"/><Relationship Id="rId32" Type="http://schemas.openxmlformats.org/officeDocument/2006/relationships/notesSlide" Target="../notesSlides/notesSlide9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158.xml"/><Relationship Id="rId3" Type="http://schemas.openxmlformats.org/officeDocument/2006/relationships/tags" Target="../tags/tag137.xml"/><Relationship Id="rId29" Type="http://schemas.openxmlformats.org/officeDocument/2006/relationships/tags" Target="../tags/tag157.xml"/><Relationship Id="rId28" Type="http://schemas.openxmlformats.org/officeDocument/2006/relationships/tags" Target="../tags/tag156.xml"/><Relationship Id="rId27" Type="http://schemas.openxmlformats.org/officeDocument/2006/relationships/tags" Target="../tags/tag155.xml"/><Relationship Id="rId26" Type="http://schemas.openxmlformats.org/officeDocument/2006/relationships/tags" Target="../tags/tag154.xml"/><Relationship Id="rId25" Type="http://schemas.openxmlformats.org/officeDocument/2006/relationships/tags" Target="../tags/tag153.xml"/><Relationship Id="rId24" Type="http://schemas.openxmlformats.org/officeDocument/2006/relationships/tags" Target="../tags/tag152.xml"/><Relationship Id="rId23" Type="http://schemas.openxmlformats.org/officeDocument/2006/relationships/tags" Target="../tags/tag151.xml"/><Relationship Id="rId22" Type="http://schemas.openxmlformats.org/officeDocument/2006/relationships/tags" Target="../tags/tag150.xml"/><Relationship Id="rId21" Type="http://schemas.openxmlformats.org/officeDocument/2006/relationships/tags" Target="../tags/tag149.xml"/><Relationship Id="rId20" Type="http://schemas.openxmlformats.org/officeDocument/2006/relationships/tags" Target="../tags/tag148.xml"/><Relationship Id="rId2" Type="http://schemas.openxmlformats.org/officeDocument/2006/relationships/image" Target="../media/image8.png"/><Relationship Id="rId19" Type="http://schemas.openxmlformats.org/officeDocument/2006/relationships/tags" Target="../tags/tag147.xml"/><Relationship Id="rId18" Type="http://schemas.openxmlformats.org/officeDocument/2006/relationships/tags" Target="../tags/tag146.xml"/><Relationship Id="rId17" Type="http://schemas.openxmlformats.org/officeDocument/2006/relationships/tags" Target="../tags/tag145.xml"/><Relationship Id="rId16" Type="http://schemas.openxmlformats.org/officeDocument/2006/relationships/tags" Target="../tags/tag144.xml"/><Relationship Id="rId15" Type="http://schemas.openxmlformats.org/officeDocument/2006/relationships/image" Target="../media/image53.png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image" Target="../media/image52.png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tags" Target="../tags/tag13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tags" Target="../tags/tag165.xml"/><Relationship Id="rId7" Type="http://schemas.openxmlformats.org/officeDocument/2006/relationships/image" Target="../media/image12.png"/><Relationship Id="rId6" Type="http://schemas.openxmlformats.org/officeDocument/2006/relationships/tags" Target="../tags/tag164.xml"/><Relationship Id="rId5" Type="http://schemas.openxmlformats.org/officeDocument/2006/relationships/image" Target="../media/image11.svg"/><Relationship Id="rId4" Type="http://schemas.openxmlformats.org/officeDocument/2006/relationships/image" Target="../media/image32.png"/><Relationship Id="rId3" Type="http://schemas.openxmlformats.org/officeDocument/2006/relationships/tags" Target="../tags/tag163.xml"/><Relationship Id="rId26" Type="http://schemas.openxmlformats.org/officeDocument/2006/relationships/notesSlide" Target="../notesSlides/notesSlide10.xml"/><Relationship Id="rId25" Type="http://schemas.openxmlformats.org/officeDocument/2006/relationships/slideLayout" Target="../slideLayouts/slideLayout1.xml"/><Relationship Id="rId24" Type="http://schemas.openxmlformats.org/officeDocument/2006/relationships/image" Target="../media/image55.png"/><Relationship Id="rId23" Type="http://schemas.openxmlformats.org/officeDocument/2006/relationships/tags" Target="../tags/tag179.xml"/><Relationship Id="rId22" Type="http://schemas.openxmlformats.org/officeDocument/2006/relationships/tags" Target="../tags/tag178.xml"/><Relationship Id="rId21" Type="http://schemas.openxmlformats.org/officeDocument/2006/relationships/tags" Target="../tags/tag177.xml"/><Relationship Id="rId20" Type="http://schemas.openxmlformats.org/officeDocument/2006/relationships/tags" Target="../tags/tag176.xml"/><Relationship Id="rId2" Type="http://schemas.openxmlformats.org/officeDocument/2006/relationships/image" Target="../media/image8.png"/><Relationship Id="rId19" Type="http://schemas.openxmlformats.org/officeDocument/2006/relationships/tags" Target="../tags/tag175.xml"/><Relationship Id="rId18" Type="http://schemas.openxmlformats.org/officeDocument/2006/relationships/tags" Target="../tags/tag174.xml"/><Relationship Id="rId17" Type="http://schemas.openxmlformats.org/officeDocument/2006/relationships/tags" Target="../tags/tag173.xml"/><Relationship Id="rId16" Type="http://schemas.openxmlformats.org/officeDocument/2006/relationships/tags" Target="../tags/tag172.xml"/><Relationship Id="rId15" Type="http://schemas.openxmlformats.org/officeDocument/2006/relationships/tags" Target="../tags/tag171.xml"/><Relationship Id="rId14" Type="http://schemas.openxmlformats.org/officeDocument/2006/relationships/tags" Target="../tags/tag170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tags" Target="../tags/tag16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image" Target="../media/image12.png"/><Relationship Id="rId6" Type="http://schemas.openxmlformats.org/officeDocument/2006/relationships/tags" Target="../tags/tag185.xml"/><Relationship Id="rId5" Type="http://schemas.openxmlformats.org/officeDocument/2006/relationships/image" Target="../media/image11.svg"/><Relationship Id="rId45" Type="http://schemas.openxmlformats.org/officeDocument/2006/relationships/notesSlide" Target="../notesSlides/notesSlide11.xml"/><Relationship Id="rId44" Type="http://schemas.openxmlformats.org/officeDocument/2006/relationships/slideLayout" Target="../slideLayouts/slideLayout1.xml"/><Relationship Id="rId43" Type="http://schemas.openxmlformats.org/officeDocument/2006/relationships/tags" Target="../tags/tag212.xml"/><Relationship Id="rId42" Type="http://schemas.openxmlformats.org/officeDocument/2006/relationships/tags" Target="../tags/tag211.xml"/><Relationship Id="rId41" Type="http://schemas.openxmlformats.org/officeDocument/2006/relationships/tags" Target="../tags/tag210.xml"/><Relationship Id="rId40" Type="http://schemas.openxmlformats.org/officeDocument/2006/relationships/tags" Target="../tags/tag209.xml"/><Relationship Id="rId4" Type="http://schemas.openxmlformats.org/officeDocument/2006/relationships/image" Target="../media/image32.png"/><Relationship Id="rId39" Type="http://schemas.openxmlformats.org/officeDocument/2006/relationships/tags" Target="../tags/tag208.xml"/><Relationship Id="rId38" Type="http://schemas.openxmlformats.org/officeDocument/2006/relationships/tags" Target="../tags/tag207.xml"/><Relationship Id="rId37" Type="http://schemas.openxmlformats.org/officeDocument/2006/relationships/tags" Target="../tags/tag206.xml"/><Relationship Id="rId36" Type="http://schemas.openxmlformats.org/officeDocument/2006/relationships/tags" Target="../tags/tag205.xml"/><Relationship Id="rId35" Type="http://schemas.openxmlformats.org/officeDocument/2006/relationships/tags" Target="../tags/tag204.xml"/><Relationship Id="rId34" Type="http://schemas.openxmlformats.org/officeDocument/2006/relationships/tags" Target="../tags/tag203.xml"/><Relationship Id="rId33" Type="http://schemas.openxmlformats.org/officeDocument/2006/relationships/tags" Target="../tags/tag202.xml"/><Relationship Id="rId32" Type="http://schemas.openxmlformats.org/officeDocument/2006/relationships/tags" Target="../tags/tag201.xml"/><Relationship Id="rId31" Type="http://schemas.openxmlformats.org/officeDocument/2006/relationships/tags" Target="../tags/tag200.xml"/><Relationship Id="rId30" Type="http://schemas.openxmlformats.org/officeDocument/2006/relationships/tags" Target="../tags/tag199.xml"/><Relationship Id="rId3" Type="http://schemas.openxmlformats.org/officeDocument/2006/relationships/tags" Target="../tags/tag184.xml"/><Relationship Id="rId29" Type="http://schemas.openxmlformats.org/officeDocument/2006/relationships/tags" Target="../tags/tag198.xml"/><Relationship Id="rId28" Type="http://schemas.openxmlformats.org/officeDocument/2006/relationships/tags" Target="../tags/tag197.xml"/><Relationship Id="rId27" Type="http://schemas.openxmlformats.org/officeDocument/2006/relationships/tags" Target="../tags/tag196.xml"/><Relationship Id="rId26" Type="http://schemas.openxmlformats.org/officeDocument/2006/relationships/tags" Target="../tags/tag195.xml"/><Relationship Id="rId25" Type="http://schemas.openxmlformats.org/officeDocument/2006/relationships/image" Target="../media/image34.svg"/><Relationship Id="rId24" Type="http://schemas.openxmlformats.org/officeDocument/2006/relationships/image" Target="../media/image63.png"/><Relationship Id="rId23" Type="http://schemas.openxmlformats.org/officeDocument/2006/relationships/tags" Target="../tags/tag194.xml"/><Relationship Id="rId22" Type="http://schemas.openxmlformats.org/officeDocument/2006/relationships/image" Target="../media/image62.png"/><Relationship Id="rId21" Type="http://schemas.openxmlformats.org/officeDocument/2006/relationships/tags" Target="../tags/tag193.xml"/><Relationship Id="rId20" Type="http://schemas.openxmlformats.org/officeDocument/2006/relationships/tags" Target="../tags/tag192.xml"/><Relationship Id="rId2" Type="http://schemas.openxmlformats.org/officeDocument/2006/relationships/image" Target="../media/image8.png"/><Relationship Id="rId19" Type="http://schemas.openxmlformats.org/officeDocument/2006/relationships/image" Target="../media/image61.svg"/><Relationship Id="rId18" Type="http://schemas.openxmlformats.org/officeDocument/2006/relationships/image" Target="../media/image60.png"/><Relationship Id="rId17" Type="http://schemas.openxmlformats.org/officeDocument/2006/relationships/tags" Target="../tags/tag191.xml"/><Relationship Id="rId16" Type="http://schemas.openxmlformats.org/officeDocument/2006/relationships/image" Target="../media/image59.png"/><Relationship Id="rId15" Type="http://schemas.openxmlformats.org/officeDocument/2006/relationships/tags" Target="../tags/tag190.xml"/><Relationship Id="rId14" Type="http://schemas.openxmlformats.org/officeDocument/2006/relationships/tags" Target="../tags/tag189.xml"/><Relationship Id="rId13" Type="http://schemas.openxmlformats.org/officeDocument/2006/relationships/image" Target="../media/image58.svg"/><Relationship Id="rId12" Type="http://schemas.openxmlformats.org/officeDocument/2006/relationships/image" Target="../media/image57.png"/><Relationship Id="rId11" Type="http://schemas.openxmlformats.org/officeDocument/2006/relationships/tags" Target="../tags/tag188.xml"/><Relationship Id="rId10" Type="http://schemas.openxmlformats.org/officeDocument/2006/relationships/image" Target="../media/image56.png"/><Relationship Id="rId1" Type="http://schemas.openxmlformats.org/officeDocument/2006/relationships/tags" Target="../tags/tag18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png"/><Relationship Id="rId8" Type="http://schemas.openxmlformats.org/officeDocument/2006/relationships/tags" Target="../tags/tag219.xml"/><Relationship Id="rId7" Type="http://schemas.openxmlformats.org/officeDocument/2006/relationships/image" Target="../media/image12.png"/><Relationship Id="rId6" Type="http://schemas.openxmlformats.org/officeDocument/2006/relationships/tags" Target="../tags/tag218.xml"/><Relationship Id="rId5" Type="http://schemas.openxmlformats.org/officeDocument/2006/relationships/image" Target="../media/image64.svg"/><Relationship Id="rId4" Type="http://schemas.openxmlformats.org/officeDocument/2006/relationships/image" Target="../media/image32.png"/><Relationship Id="rId3" Type="http://schemas.openxmlformats.org/officeDocument/2006/relationships/tags" Target="../tags/tag217.xml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1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png"/><Relationship Id="rId8" Type="http://schemas.openxmlformats.org/officeDocument/2006/relationships/tags" Target="../tags/tag231.xml"/><Relationship Id="rId7" Type="http://schemas.openxmlformats.org/officeDocument/2006/relationships/image" Target="../media/image12.png"/><Relationship Id="rId6" Type="http://schemas.openxmlformats.org/officeDocument/2006/relationships/tags" Target="../tags/tag230.xml"/><Relationship Id="rId5" Type="http://schemas.openxmlformats.org/officeDocument/2006/relationships/image" Target="../media/image11.svg"/><Relationship Id="rId4" Type="http://schemas.openxmlformats.org/officeDocument/2006/relationships/image" Target="../media/image32.png"/><Relationship Id="rId3" Type="http://schemas.openxmlformats.org/officeDocument/2006/relationships/tags" Target="../tags/tag229.xml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22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png"/><Relationship Id="rId8" Type="http://schemas.openxmlformats.org/officeDocument/2006/relationships/tags" Target="../tags/tag238.xml"/><Relationship Id="rId7" Type="http://schemas.openxmlformats.org/officeDocument/2006/relationships/image" Target="../media/image12.png"/><Relationship Id="rId6" Type="http://schemas.openxmlformats.org/officeDocument/2006/relationships/tags" Target="../tags/tag237.xml"/><Relationship Id="rId5" Type="http://schemas.openxmlformats.org/officeDocument/2006/relationships/image" Target="../media/image64.svg"/><Relationship Id="rId4" Type="http://schemas.openxmlformats.org/officeDocument/2006/relationships/image" Target="../media/image32.png"/><Relationship Id="rId3" Type="http://schemas.openxmlformats.org/officeDocument/2006/relationships/tags" Target="../tags/tag236.xml"/><Relationship Id="rId2" Type="http://schemas.openxmlformats.org/officeDocument/2006/relationships/image" Target="../media/image8.pn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7.png"/><Relationship Id="rId1" Type="http://schemas.openxmlformats.org/officeDocument/2006/relationships/tags" Target="../tags/tag23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png"/><Relationship Id="rId8" Type="http://schemas.openxmlformats.org/officeDocument/2006/relationships/tags" Target="../tags/tag245.xml"/><Relationship Id="rId7" Type="http://schemas.openxmlformats.org/officeDocument/2006/relationships/image" Target="../media/image12.png"/><Relationship Id="rId6" Type="http://schemas.openxmlformats.org/officeDocument/2006/relationships/tags" Target="../tags/tag244.xml"/><Relationship Id="rId5" Type="http://schemas.openxmlformats.org/officeDocument/2006/relationships/image" Target="../media/image64.svg"/><Relationship Id="rId4" Type="http://schemas.openxmlformats.org/officeDocument/2006/relationships/image" Target="../media/image32.png"/><Relationship Id="rId3" Type="http://schemas.openxmlformats.org/officeDocument/2006/relationships/tags" Target="../tags/tag243.xml"/><Relationship Id="rId2" Type="http://schemas.openxmlformats.org/officeDocument/2006/relationships/image" Target="../media/image8.png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8.png"/><Relationship Id="rId1" Type="http://schemas.openxmlformats.org/officeDocument/2006/relationships/tags" Target="../tags/tag24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52.xml"/><Relationship Id="rId7" Type="http://schemas.openxmlformats.org/officeDocument/2006/relationships/image" Target="../media/image12.png"/><Relationship Id="rId6" Type="http://schemas.openxmlformats.org/officeDocument/2006/relationships/tags" Target="../tags/tag251.xml"/><Relationship Id="rId5" Type="http://schemas.openxmlformats.org/officeDocument/2006/relationships/image" Target="../media/image69.svg"/><Relationship Id="rId4" Type="http://schemas.openxmlformats.org/officeDocument/2006/relationships/image" Target="../media/image32.png"/><Relationship Id="rId3" Type="http://schemas.openxmlformats.org/officeDocument/2006/relationships/tags" Target="../tags/tag250.xml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17.xml"/><Relationship Id="rId1" Type="http://schemas.openxmlformats.org/officeDocument/2006/relationships/tags" Target="../tags/tag24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jpeg"/><Relationship Id="rId8" Type="http://schemas.openxmlformats.org/officeDocument/2006/relationships/tags" Target="../tags/tag259.xml"/><Relationship Id="rId7" Type="http://schemas.openxmlformats.org/officeDocument/2006/relationships/image" Target="../media/image12.png"/><Relationship Id="rId6" Type="http://schemas.openxmlformats.org/officeDocument/2006/relationships/tags" Target="../tags/tag258.xml"/><Relationship Id="rId5" Type="http://schemas.openxmlformats.org/officeDocument/2006/relationships/image" Target="../media/image70.svg"/><Relationship Id="rId4" Type="http://schemas.openxmlformats.org/officeDocument/2006/relationships/image" Target="../media/image32.png"/><Relationship Id="rId3" Type="http://schemas.openxmlformats.org/officeDocument/2006/relationships/tags" Target="../tags/tag257.xml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5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jpeg"/><Relationship Id="rId8" Type="http://schemas.openxmlformats.org/officeDocument/2006/relationships/tags" Target="../tags/tag266.xml"/><Relationship Id="rId7" Type="http://schemas.openxmlformats.org/officeDocument/2006/relationships/image" Target="../media/image12.png"/><Relationship Id="rId6" Type="http://schemas.openxmlformats.org/officeDocument/2006/relationships/tags" Target="../tags/tag265.xml"/><Relationship Id="rId5" Type="http://schemas.openxmlformats.org/officeDocument/2006/relationships/image" Target="../media/image72.svg"/><Relationship Id="rId4" Type="http://schemas.openxmlformats.org/officeDocument/2006/relationships/image" Target="../media/image32.png"/><Relationship Id="rId3" Type="http://schemas.openxmlformats.org/officeDocument/2006/relationships/tags" Target="../tags/tag264.xml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19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6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jpeg"/><Relationship Id="rId8" Type="http://schemas.openxmlformats.org/officeDocument/2006/relationships/tags" Target="../tags/tag273.xml"/><Relationship Id="rId7" Type="http://schemas.openxmlformats.org/officeDocument/2006/relationships/image" Target="../media/image12.png"/><Relationship Id="rId6" Type="http://schemas.openxmlformats.org/officeDocument/2006/relationships/tags" Target="../tags/tag272.xml"/><Relationship Id="rId5" Type="http://schemas.openxmlformats.org/officeDocument/2006/relationships/image" Target="../media/image74.svg"/><Relationship Id="rId4" Type="http://schemas.openxmlformats.org/officeDocument/2006/relationships/image" Target="../media/image32.png"/><Relationship Id="rId3" Type="http://schemas.openxmlformats.org/officeDocument/2006/relationships/tags" Target="../tags/tag271.xml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20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70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7.jpeg"/><Relationship Id="rId8" Type="http://schemas.openxmlformats.org/officeDocument/2006/relationships/tags" Target="../tags/tag280.xml"/><Relationship Id="rId7" Type="http://schemas.openxmlformats.org/officeDocument/2006/relationships/image" Target="../media/image12.png"/><Relationship Id="rId6" Type="http://schemas.openxmlformats.org/officeDocument/2006/relationships/tags" Target="../tags/tag279.xml"/><Relationship Id="rId5" Type="http://schemas.openxmlformats.org/officeDocument/2006/relationships/image" Target="../media/image76.svg"/><Relationship Id="rId4" Type="http://schemas.openxmlformats.org/officeDocument/2006/relationships/image" Target="../media/image32.png"/><Relationship Id="rId3" Type="http://schemas.openxmlformats.org/officeDocument/2006/relationships/tags" Target="../tags/tag278.xml"/><Relationship Id="rId2" Type="http://schemas.openxmlformats.org/officeDocument/2006/relationships/image" Target="../media/image8.png"/><Relationship Id="rId12" Type="http://schemas.openxmlformats.org/officeDocument/2006/relationships/notesSlide" Target="../notesSlides/notesSlide21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78.jpeg"/><Relationship Id="rId1" Type="http://schemas.openxmlformats.org/officeDocument/2006/relationships/tags" Target="../tags/tag27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88.xml"/><Relationship Id="rId8" Type="http://schemas.openxmlformats.org/officeDocument/2006/relationships/tags" Target="../tags/tag287.xml"/><Relationship Id="rId7" Type="http://schemas.openxmlformats.org/officeDocument/2006/relationships/image" Target="../media/image12.png"/><Relationship Id="rId6" Type="http://schemas.openxmlformats.org/officeDocument/2006/relationships/tags" Target="../tags/tag286.xml"/><Relationship Id="rId50" Type="http://schemas.openxmlformats.org/officeDocument/2006/relationships/notesSlide" Target="../notesSlides/notesSlide22.xml"/><Relationship Id="rId5" Type="http://schemas.openxmlformats.org/officeDocument/2006/relationships/image" Target="../media/image11.svg"/><Relationship Id="rId49" Type="http://schemas.openxmlformats.org/officeDocument/2006/relationships/slideLayout" Target="../slideLayouts/slideLayout1.xml"/><Relationship Id="rId48" Type="http://schemas.openxmlformats.org/officeDocument/2006/relationships/tags" Target="../tags/tag317.xml"/><Relationship Id="rId47" Type="http://schemas.openxmlformats.org/officeDocument/2006/relationships/tags" Target="../tags/tag316.xml"/><Relationship Id="rId46" Type="http://schemas.openxmlformats.org/officeDocument/2006/relationships/tags" Target="../tags/tag315.xml"/><Relationship Id="rId45" Type="http://schemas.openxmlformats.org/officeDocument/2006/relationships/tags" Target="../tags/tag314.xml"/><Relationship Id="rId44" Type="http://schemas.openxmlformats.org/officeDocument/2006/relationships/tags" Target="../tags/tag313.xml"/><Relationship Id="rId43" Type="http://schemas.openxmlformats.org/officeDocument/2006/relationships/tags" Target="../tags/tag312.xml"/><Relationship Id="rId42" Type="http://schemas.openxmlformats.org/officeDocument/2006/relationships/tags" Target="../tags/tag311.xml"/><Relationship Id="rId41" Type="http://schemas.openxmlformats.org/officeDocument/2006/relationships/tags" Target="../tags/tag310.xml"/><Relationship Id="rId40" Type="http://schemas.openxmlformats.org/officeDocument/2006/relationships/tags" Target="../tags/tag309.xml"/><Relationship Id="rId4" Type="http://schemas.openxmlformats.org/officeDocument/2006/relationships/image" Target="../media/image32.png"/><Relationship Id="rId39" Type="http://schemas.openxmlformats.org/officeDocument/2006/relationships/tags" Target="../tags/tag308.xml"/><Relationship Id="rId38" Type="http://schemas.openxmlformats.org/officeDocument/2006/relationships/tags" Target="../tags/tag307.xml"/><Relationship Id="rId37" Type="http://schemas.openxmlformats.org/officeDocument/2006/relationships/tags" Target="../tags/tag306.xml"/><Relationship Id="rId36" Type="http://schemas.openxmlformats.org/officeDocument/2006/relationships/tags" Target="../tags/tag305.xml"/><Relationship Id="rId35" Type="http://schemas.openxmlformats.org/officeDocument/2006/relationships/tags" Target="../tags/tag304.xml"/><Relationship Id="rId34" Type="http://schemas.openxmlformats.org/officeDocument/2006/relationships/tags" Target="../tags/tag303.xml"/><Relationship Id="rId33" Type="http://schemas.openxmlformats.org/officeDocument/2006/relationships/tags" Target="../tags/tag302.xml"/><Relationship Id="rId32" Type="http://schemas.openxmlformats.org/officeDocument/2006/relationships/tags" Target="../tags/tag301.xml"/><Relationship Id="rId31" Type="http://schemas.openxmlformats.org/officeDocument/2006/relationships/tags" Target="../tags/tag300.xml"/><Relationship Id="rId30" Type="http://schemas.openxmlformats.org/officeDocument/2006/relationships/tags" Target="../tags/tag299.xml"/><Relationship Id="rId3" Type="http://schemas.openxmlformats.org/officeDocument/2006/relationships/tags" Target="../tags/tag285.xml"/><Relationship Id="rId29" Type="http://schemas.openxmlformats.org/officeDocument/2006/relationships/tags" Target="../tags/tag298.xml"/><Relationship Id="rId28" Type="http://schemas.openxmlformats.org/officeDocument/2006/relationships/tags" Target="../tags/tag297.xml"/><Relationship Id="rId27" Type="http://schemas.openxmlformats.org/officeDocument/2006/relationships/image" Target="../media/image84.svg"/><Relationship Id="rId26" Type="http://schemas.openxmlformats.org/officeDocument/2006/relationships/image" Target="../media/image83.png"/><Relationship Id="rId25" Type="http://schemas.openxmlformats.org/officeDocument/2006/relationships/tags" Target="../tags/tag296.xml"/><Relationship Id="rId24" Type="http://schemas.openxmlformats.org/officeDocument/2006/relationships/tags" Target="../tags/tag295.xml"/><Relationship Id="rId23" Type="http://schemas.openxmlformats.org/officeDocument/2006/relationships/image" Target="../media/image82.svg"/><Relationship Id="rId22" Type="http://schemas.openxmlformats.org/officeDocument/2006/relationships/image" Target="../media/image81.png"/><Relationship Id="rId21" Type="http://schemas.openxmlformats.org/officeDocument/2006/relationships/tags" Target="../tags/tag294.xml"/><Relationship Id="rId20" Type="http://schemas.openxmlformats.org/officeDocument/2006/relationships/tags" Target="../tags/tag293.xml"/><Relationship Id="rId2" Type="http://schemas.openxmlformats.org/officeDocument/2006/relationships/image" Target="../media/image8.png"/><Relationship Id="rId19" Type="http://schemas.openxmlformats.org/officeDocument/2006/relationships/image" Target="../media/image44.svg"/><Relationship Id="rId18" Type="http://schemas.openxmlformats.org/officeDocument/2006/relationships/image" Target="../media/image80.png"/><Relationship Id="rId17" Type="http://schemas.openxmlformats.org/officeDocument/2006/relationships/tags" Target="../tags/tag292.xml"/><Relationship Id="rId16" Type="http://schemas.openxmlformats.org/officeDocument/2006/relationships/tags" Target="../tags/tag291.xml"/><Relationship Id="rId15" Type="http://schemas.openxmlformats.org/officeDocument/2006/relationships/image" Target="../media/image61.svg"/><Relationship Id="rId14" Type="http://schemas.openxmlformats.org/officeDocument/2006/relationships/image" Target="../media/image60.png"/><Relationship Id="rId13" Type="http://schemas.openxmlformats.org/officeDocument/2006/relationships/tags" Target="../tags/tag290.xml"/><Relationship Id="rId12" Type="http://schemas.openxmlformats.org/officeDocument/2006/relationships/tags" Target="../tags/tag289.xml"/><Relationship Id="rId11" Type="http://schemas.openxmlformats.org/officeDocument/2006/relationships/image" Target="../media/image38.svg"/><Relationship Id="rId10" Type="http://schemas.openxmlformats.org/officeDocument/2006/relationships/image" Target="../media/image79.png"/><Relationship Id="rId1" Type="http://schemas.openxmlformats.org/officeDocument/2006/relationships/tags" Target="../tags/tag284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21.xml"/><Relationship Id="rId1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178" y="4609382"/>
            <a:ext cx="359951" cy="359951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54680072-ed53-4c26-b871-0eeb89837b6c_image_dd2f2dba0b2788b55f5a5b49ee01d6d0_-1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31091" y="4663357"/>
            <a:ext cx="251999" cy="25199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15827" y="4609382"/>
            <a:ext cx="359952" cy="359951"/>
          </a:xfrm>
          <a:prstGeom prst="rect">
            <a:avLst/>
          </a:prstGeom>
        </p:spPr>
      </p:pic>
      <p:pic>
        <p:nvPicPr>
          <p:cNvPr id="5" name="Image 3" descr="https://oss.jianzeppt.com/editablePptPic/isIllustration_2_isShadow_0/54680072-ed53-4c26-b871-0eeb89837b6c_image_eb218af4e8a8c1a53e71b4c3cd76d295_-1.png?x-oss-process=image/resize,w_1440,h_800,m_lfit/format,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569744" y="4663357"/>
            <a:ext cx="251999" cy="251999"/>
          </a:xfrm>
          <a:prstGeom prst="rect">
            <a:avLst/>
          </a:prstGeom>
        </p:spPr>
      </p:pic>
      <p:sp>
        <p:nvSpPr>
          <p:cNvPr id="6" name="Text 0"/>
          <p:cNvSpPr/>
          <p:nvPr>
            <p:custDataLst>
              <p:tags r:id="rId12"/>
            </p:custDataLst>
          </p:nvPr>
        </p:nvSpPr>
        <p:spPr>
          <a:xfrm>
            <a:off x="4089193" y="4698247"/>
            <a:ext cx="1849120" cy="22161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30"/>
              </a:lnSpc>
              <a:buNone/>
            </a:pPr>
            <a:r>
              <a:rPr lang="en-US" sz="1440">
                <a:solidFill>
                  <a:srgbClr val="000000"/>
                </a:solidFill>
              </a:rPr>
              <a:t>汇报时间：2026/04/01</a:t>
            </a:r>
            <a:endParaRPr lang="en-US" sz="1440"/>
          </a:p>
        </p:txBody>
      </p:sp>
      <p:sp>
        <p:nvSpPr>
          <p:cNvPr id="7" name="Text 1"/>
          <p:cNvSpPr/>
          <p:nvPr>
            <p:custDataLst>
              <p:tags r:id="rId13"/>
            </p:custDataLst>
          </p:nvPr>
        </p:nvSpPr>
        <p:spPr>
          <a:xfrm>
            <a:off x="577178" y="2582809"/>
            <a:ext cx="5264898" cy="55626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320"/>
              </a:lnSpc>
              <a:buNone/>
            </a:pPr>
            <a:r>
              <a:rPr lang="en-US" sz="3600">
                <a:solidFill>
                  <a:srgbClr val="000000"/>
                </a:solidFill>
              </a:rPr>
              <a:t>多层神经网络实现</a:t>
            </a:r>
            <a:endParaRPr lang="en-US" sz="3600"/>
          </a:p>
        </p:txBody>
      </p:sp>
      <p:sp>
        <p:nvSpPr>
          <p:cNvPr id="8" name="Text 2"/>
          <p:cNvSpPr/>
          <p:nvPr>
            <p:custDataLst>
              <p:tags r:id="rId14"/>
            </p:custDataLst>
          </p:nvPr>
        </p:nvSpPr>
        <p:spPr>
          <a:xfrm>
            <a:off x="1138468" y="4663322"/>
            <a:ext cx="2377440" cy="6654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30"/>
              </a:lnSpc>
              <a:buNone/>
            </a:pPr>
            <a:r>
              <a:rPr lang="zh-CN" altLang="en-US" sz="1440">
                <a:solidFill>
                  <a:srgbClr val="000000"/>
                </a:solidFill>
              </a:rPr>
              <a:t>组号</a:t>
            </a:r>
            <a:r>
              <a:rPr lang="en-US" sz="1440">
                <a:solidFill>
                  <a:srgbClr val="000000"/>
                </a:solidFill>
              </a:rPr>
              <a:t>：29</a:t>
            </a:r>
            <a:endParaRPr lang="en-US" sz="1440">
              <a:solidFill>
                <a:srgbClr val="000000"/>
              </a:solidFill>
            </a:endParaRPr>
          </a:p>
          <a:p>
            <a:pPr marL="0" indent="0" algn="l">
              <a:lnSpc>
                <a:spcPts val="1730"/>
              </a:lnSpc>
              <a:buNone/>
            </a:pPr>
            <a:r>
              <a:rPr lang="zh-CN" altLang="en-US" sz="1440"/>
              <a:t>组员</a:t>
            </a:r>
            <a:r>
              <a:rPr lang="en-US" altLang="zh-CN" sz="1440"/>
              <a:t>：</a:t>
            </a:r>
            <a:endParaRPr lang="en-US" altLang="zh-CN" sz="1440"/>
          </a:p>
          <a:p>
            <a:pPr marL="0" indent="0" algn="l">
              <a:lnSpc>
                <a:spcPts val="1730"/>
              </a:lnSpc>
              <a:buNone/>
            </a:pPr>
            <a:r>
              <a:rPr lang="zh-CN" altLang="en-US" sz="1440"/>
              <a:t>王兆鹏</a:t>
            </a:r>
            <a:r>
              <a:rPr lang="en-US" altLang="zh-CN" sz="1440"/>
              <a:t>/</a:t>
            </a:r>
            <a:r>
              <a:rPr lang="zh-CN" altLang="en-US" sz="1440"/>
              <a:t>艾廷轩</a:t>
            </a:r>
            <a:r>
              <a:rPr lang="en-US" altLang="zh-CN" sz="1440"/>
              <a:t>/</a:t>
            </a:r>
            <a:r>
              <a:rPr lang="zh-CN" altLang="en-US" sz="1440"/>
              <a:t>黄嘉伟</a:t>
            </a:r>
            <a:r>
              <a:rPr lang="en-US" altLang="zh-CN" sz="1440"/>
              <a:t>/</a:t>
            </a:r>
            <a:r>
              <a:rPr lang="zh-CN" altLang="en-US" sz="1440"/>
              <a:t>谢稷阳</a:t>
            </a:r>
            <a:endParaRPr lang="zh-CN" altLang="en-US" sz="144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  <p:bldP spid="7" grpId="2" animBg="1"/>
      <p:bldP spid="8" grpId="3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custDataLst>
              <p:tags r:id="rId3"/>
            </p:custDataLst>
          </p:nvPr>
        </p:nvSpPr>
        <p:spPr>
          <a:xfrm>
            <a:off x="4797215" y="785750"/>
            <a:ext cx="2606712" cy="7391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760"/>
              </a:lnSpc>
              <a:buNone/>
            </a:pPr>
            <a:r>
              <a:rPr lang="en-US" sz="4800">
                <a:solidFill>
                  <a:srgbClr val="000000"/>
                </a:solidFill>
              </a:rPr>
              <a:t>目录</a:t>
            </a:r>
            <a:endParaRPr lang="en-US" sz="4800"/>
          </a:p>
        </p:txBody>
      </p:sp>
      <p:sp>
        <p:nvSpPr>
          <p:cNvPr id="4" name="Text 1"/>
          <p:cNvSpPr/>
          <p:nvPr>
            <p:custDataLst>
              <p:tags r:id="rId4"/>
            </p:custDataLst>
          </p:nvPr>
        </p:nvSpPr>
        <p:spPr>
          <a:xfrm>
            <a:off x="4668191" y="1641021"/>
            <a:ext cx="2864761" cy="37338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80"/>
              </a:lnSpc>
              <a:buNone/>
            </a:pPr>
            <a:r>
              <a:rPr lang="en-US" sz="2400">
                <a:solidFill>
                  <a:srgbClr val="000000"/>
                </a:solidFill>
              </a:rPr>
              <a:t>CONTENTS</a:t>
            </a:r>
            <a:endParaRPr lang="en-US" sz="2400"/>
          </a:p>
        </p:txBody>
      </p:sp>
      <p:sp>
        <p:nvSpPr>
          <p:cNvPr id="5" name="Text 2"/>
          <p:cNvSpPr/>
          <p:nvPr>
            <p:custDataLst>
              <p:tags r:id="rId5"/>
            </p:custDataLst>
          </p:nvPr>
        </p:nvSpPr>
        <p:spPr>
          <a:xfrm>
            <a:off x="2212962" y="3160768"/>
            <a:ext cx="921662" cy="52578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03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01</a:t>
            </a:r>
            <a:endParaRPr lang="en-US" sz="3360"/>
          </a:p>
        </p:txBody>
      </p:sp>
      <p:sp>
        <p:nvSpPr>
          <p:cNvPr id="6" name="Text 3"/>
          <p:cNvSpPr/>
          <p:nvPr>
            <p:custDataLst>
              <p:tags r:id="rId6"/>
            </p:custDataLst>
          </p:nvPr>
        </p:nvSpPr>
        <p:spPr>
          <a:xfrm>
            <a:off x="2212962" y="4444652"/>
            <a:ext cx="921662" cy="52578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03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03</a:t>
            </a:r>
            <a:endParaRPr lang="en-US" sz="3360"/>
          </a:p>
        </p:txBody>
      </p:sp>
      <p:sp>
        <p:nvSpPr>
          <p:cNvPr id="7" name="Text 4"/>
          <p:cNvSpPr/>
          <p:nvPr>
            <p:custDataLst>
              <p:tags r:id="rId7"/>
            </p:custDataLst>
          </p:nvPr>
        </p:nvSpPr>
        <p:spPr>
          <a:xfrm>
            <a:off x="6555728" y="3160768"/>
            <a:ext cx="921662" cy="52578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03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02</a:t>
            </a:r>
            <a:endParaRPr lang="en-US" sz="3360"/>
          </a:p>
        </p:txBody>
      </p:sp>
      <p:sp>
        <p:nvSpPr>
          <p:cNvPr id="8" name="Text 5"/>
          <p:cNvSpPr/>
          <p:nvPr>
            <p:custDataLst>
              <p:tags r:id="rId8"/>
            </p:custDataLst>
          </p:nvPr>
        </p:nvSpPr>
        <p:spPr>
          <a:xfrm>
            <a:off x="6568428" y="4444652"/>
            <a:ext cx="921662" cy="52578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03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04</a:t>
            </a:r>
            <a:endParaRPr lang="en-US" sz="3360"/>
          </a:p>
        </p:txBody>
      </p:sp>
      <p:sp>
        <p:nvSpPr>
          <p:cNvPr id="9" name="Text 6"/>
          <p:cNvSpPr/>
          <p:nvPr>
            <p:custDataLst>
              <p:tags r:id="rId9"/>
            </p:custDataLst>
          </p:nvPr>
        </p:nvSpPr>
        <p:spPr>
          <a:xfrm>
            <a:off x="3132760" y="3221133"/>
            <a:ext cx="3069144" cy="3962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70"/>
              </a:lnSpc>
              <a:buNone/>
            </a:pPr>
            <a:r>
              <a:rPr lang="en-US" sz="2640" b="1">
                <a:solidFill>
                  <a:srgbClr val="000000"/>
                </a:solidFill>
              </a:rPr>
              <a:t>实验要求</a:t>
            </a:r>
            <a:endParaRPr lang="en-US" sz="2640"/>
          </a:p>
        </p:txBody>
      </p:sp>
      <p:sp>
        <p:nvSpPr>
          <p:cNvPr id="10" name="Text 7"/>
          <p:cNvSpPr/>
          <p:nvPr>
            <p:custDataLst>
              <p:tags r:id="rId10"/>
            </p:custDataLst>
          </p:nvPr>
        </p:nvSpPr>
        <p:spPr>
          <a:xfrm>
            <a:off x="3132760" y="4505017"/>
            <a:ext cx="3069144" cy="3962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70"/>
              </a:lnSpc>
              <a:buNone/>
            </a:pPr>
            <a:r>
              <a:rPr lang="en-US" sz="2640" b="1">
                <a:solidFill>
                  <a:srgbClr val="000000"/>
                </a:solidFill>
              </a:rPr>
              <a:t>模块实现</a:t>
            </a:r>
            <a:endParaRPr lang="en-US" sz="2640"/>
          </a:p>
        </p:txBody>
      </p:sp>
      <p:sp>
        <p:nvSpPr>
          <p:cNvPr id="11" name="Text 8"/>
          <p:cNvSpPr/>
          <p:nvPr>
            <p:custDataLst>
              <p:tags r:id="rId11"/>
            </p:custDataLst>
          </p:nvPr>
        </p:nvSpPr>
        <p:spPr>
          <a:xfrm>
            <a:off x="7475525" y="3221133"/>
            <a:ext cx="3069144" cy="3962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70"/>
              </a:lnSpc>
              <a:buNone/>
            </a:pPr>
            <a:r>
              <a:rPr lang="en-US" sz="2640" b="1">
                <a:solidFill>
                  <a:srgbClr val="000000"/>
                </a:solidFill>
              </a:rPr>
              <a:t>实验目的</a:t>
            </a:r>
            <a:endParaRPr lang="en-US" sz="2640"/>
          </a:p>
        </p:txBody>
      </p:sp>
      <p:sp>
        <p:nvSpPr>
          <p:cNvPr id="12" name="Text 9"/>
          <p:cNvSpPr/>
          <p:nvPr>
            <p:custDataLst>
              <p:tags r:id="rId12"/>
            </p:custDataLst>
          </p:nvPr>
        </p:nvSpPr>
        <p:spPr>
          <a:xfrm>
            <a:off x="7488225" y="4505017"/>
            <a:ext cx="3069144" cy="3962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70"/>
              </a:lnSpc>
              <a:buNone/>
            </a:pPr>
            <a:r>
              <a:rPr lang="en-US" sz="2640" b="1">
                <a:solidFill>
                  <a:srgbClr val="000000"/>
                </a:solidFill>
              </a:rPr>
              <a:t>结果与讨论</a:t>
            </a:r>
            <a:endParaRPr lang="en-US" sz="264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4" grpId="2" animBg="1"/>
      <p:bldP spid="9" grpId="3" animBg="1"/>
      <p:bldP spid="5" grpId="4" animBg="1"/>
      <p:bldP spid="7" grpId="5" animBg="1"/>
      <p:bldP spid="11" grpId="6" animBg="1"/>
      <p:bldP spid="6" grpId="7" animBg="1"/>
      <p:bldP spid="10" grpId="8" animBg="1"/>
      <p:bldP spid="8" grpId="9" animBg="1"/>
      <p:bldP spid="12" grpId="1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2"/>
            </p:custDataLst>
          </p:nvPr>
        </p:nvSpPr>
        <p:spPr>
          <a:xfrm>
            <a:off x="854111" y="2429160"/>
            <a:ext cx="2854711" cy="4953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890"/>
              </a:lnSpc>
              <a:buNone/>
            </a:pPr>
            <a:r>
              <a:rPr lang="en-US" sz="3240">
                <a:solidFill>
                  <a:srgbClr val="000000"/>
                </a:solidFill>
              </a:rPr>
              <a:t>Part.01</a:t>
            </a:r>
            <a:endParaRPr lang="en-US" sz="3240"/>
          </a:p>
        </p:txBody>
      </p:sp>
      <p:sp>
        <p:nvSpPr>
          <p:cNvPr id="3" name="Text 1"/>
          <p:cNvSpPr/>
          <p:nvPr>
            <p:custDataLst>
              <p:tags r:id="rId3"/>
            </p:custDataLst>
          </p:nvPr>
        </p:nvSpPr>
        <p:spPr>
          <a:xfrm>
            <a:off x="854112" y="3099707"/>
            <a:ext cx="10657591" cy="7391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760"/>
              </a:lnSpc>
              <a:buNone/>
            </a:pPr>
            <a:r>
              <a:rPr lang="en-US" sz="4800" b="1">
                <a:solidFill>
                  <a:srgbClr val="000000"/>
                </a:solidFill>
              </a:rPr>
              <a:t>实验要求</a:t>
            </a:r>
            <a:endParaRPr lang="en-US" sz="480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2" grpId="3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4737"/>
            <a:ext cx="497394" cy="402638"/>
          </a:xfrm>
          <a:prstGeom prst="rect">
            <a:avLst/>
          </a:prstGeom>
        </p:spPr>
      </p:pic>
      <p:pic>
        <p:nvPicPr>
          <p:cNvPr id="4" name="Image 2" descr="https://test.web.static.jianzeppt.com/ppt-temp-img3/811e08f106f9fff08a1970c6a027af66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431" y="464737"/>
            <a:ext cx="313354" cy="402638"/>
          </a:xfrm>
          <a:prstGeom prst="rect">
            <a:avLst/>
          </a:prstGeom>
        </p:spPr>
      </p:pic>
      <p:grpSp>
        <p:nvGrpSpPr>
          <p:cNvPr id="53" name="组合 52"/>
          <p:cNvGrpSpPr/>
          <p:nvPr>
            <p:custDataLst>
              <p:tags r:id="rId8"/>
            </p:custDataLst>
          </p:nvPr>
        </p:nvGrpSpPr>
        <p:grpSpPr>
          <a:xfrm>
            <a:off x="1103313" y="1709537"/>
            <a:ext cx="4524698" cy="2019267"/>
            <a:chOff x="-635000" y="-635000"/>
            <a:chExt cx="4524698" cy="2019267"/>
          </a:xfrm>
        </p:grpSpPr>
        <p:pic>
          <p:nvPicPr>
            <p:cNvPr id="54" name="Image 3" descr="TEMP_Z_ORDER_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635000"/>
              <a:ext cx="4524698" cy="2019267"/>
            </a:xfrm>
            <a:prstGeom prst="rect">
              <a:avLst/>
            </a:prstGeom>
          </p:spPr>
        </p:pic>
      </p:grpSp>
      <p:grpSp>
        <p:nvGrpSpPr>
          <p:cNvPr id="44" name="组合 43"/>
          <p:cNvGrpSpPr/>
          <p:nvPr>
            <p:custDataLst>
              <p:tags r:id="rId11"/>
            </p:custDataLst>
          </p:nvPr>
        </p:nvGrpSpPr>
        <p:grpSpPr>
          <a:xfrm>
            <a:off x="6244939" y="1709537"/>
            <a:ext cx="4524696" cy="2019267"/>
            <a:chOff x="-635000" y="-635000"/>
            <a:chExt cx="4524696" cy="2019267"/>
          </a:xfrm>
        </p:grpSpPr>
        <p:pic>
          <p:nvPicPr>
            <p:cNvPr id="45" name="Image 4" descr="TEMP_Z_ORDER_4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-635000" y="-635000"/>
              <a:ext cx="4524696" cy="2019267"/>
            </a:xfrm>
            <a:prstGeom prst="rect">
              <a:avLst/>
            </a:prstGeom>
          </p:spPr>
        </p:pic>
      </p:grpSp>
      <p:grpSp>
        <p:nvGrpSpPr>
          <p:cNvPr id="35" name="组合 34"/>
          <p:cNvGrpSpPr/>
          <p:nvPr>
            <p:custDataLst>
              <p:tags r:id="rId14"/>
            </p:custDataLst>
          </p:nvPr>
        </p:nvGrpSpPr>
        <p:grpSpPr>
          <a:xfrm>
            <a:off x="1103313" y="4212894"/>
            <a:ext cx="4524698" cy="2019267"/>
            <a:chOff x="-635000" y="-635000"/>
            <a:chExt cx="4524698" cy="2019267"/>
          </a:xfrm>
        </p:grpSpPr>
        <p:pic>
          <p:nvPicPr>
            <p:cNvPr id="36" name="Image 5" descr="TEMP_Z_ORDER_5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-635000"/>
              <a:ext cx="4524698" cy="2019267"/>
            </a:xfrm>
            <a:prstGeom prst="rect">
              <a:avLst/>
            </a:prstGeom>
          </p:spPr>
        </p:pic>
      </p:grpSp>
      <p:grpSp>
        <p:nvGrpSpPr>
          <p:cNvPr id="26" name="组合 25"/>
          <p:cNvGrpSpPr/>
          <p:nvPr>
            <p:custDataLst>
              <p:tags r:id="rId17"/>
            </p:custDataLst>
          </p:nvPr>
        </p:nvGrpSpPr>
        <p:grpSpPr>
          <a:xfrm>
            <a:off x="6244939" y="4212894"/>
            <a:ext cx="4524696" cy="2019267"/>
            <a:chOff x="-635000" y="-635000"/>
            <a:chExt cx="4524696" cy="2019267"/>
          </a:xfrm>
        </p:grpSpPr>
        <p:pic>
          <p:nvPicPr>
            <p:cNvPr id="27" name="Image 6" descr="TEMP_Z_ORDER_6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-635000" y="-635000"/>
              <a:ext cx="4524696" cy="2019267"/>
            </a:xfrm>
            <a:prstGeom prst="rect">
              <a:avLst/>
            </a:prstGeom>
          </p:spPr>
        </p:pic>
      </p:grpSp>
      <p:grpSp>
        <p:nvGrpSpPr>
          <p:cNvPr id="55" name="组合 54"/>
          <p:cNvGrpSpPr/>
          <p:nvPr>
            <p:custDataLst>
              <p:tags r:id="rId20"/>
            </p:custDataLst>
          </p:nvPr>
        </p:nvGrpSpPr>
        <p:grpSpPr>
          <a:xfrm>
            <a:off x="5308957" y="1390484"/>
            <a:ext cx="638105" cy="638105"/>
            <a:chOff x="-635000" y="-635000"/>
            <a:chExt cx="638105" cy="638105"/>
          </a:xfrm>
        </p:grpSpPr>
        <p:pic>
          <p:nvPicPr>
            <p:cNvPr id="56" name="Image 7" descr="TEMP_Z_ORDER_7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38105" cy="638105"/>
            </a:xfrm>
            <a:prstGeom prst="rect">
              <a:avLst/>
            </a:prstGeom>
          </p:spPr>
        </p:pic>
        <p:pic>
          <p:nvPicPr>
            <p:cNvPr id="57" name="Image 8" descr="TEMP_Z_ORDER_8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-502495" y="-492240"/>
              <a:ext cx="353430" cy="353430"/>
            </a:xfrm>
            <a:prstGeom prst="rect">
              <a:avLst/>
            </a:prstGeom>
          </p:spPr>
        </p:pic>
      </p:grpSp>
      <p:grpSp>
        <p:nvGrpSpPr>
          <p:cNvPr id="37" name="组合 36"/>
          <p:cNvGrpSpPr/>
          <p:nvPr>
            <p:custDataLst>
              <p:tags r:id="rId27"/>
            </p:custDataLst>
          </p:nvPr>
        </p:nvGrpSpPr>
        <p:grpSpPr>
          <a:xfrm>
            <a:off x="5308957" y="3891887"/>
            <a:ext cx="638105" cy="638105"/>
            <a:chOff x="-635000" y="-635000"/>
            <a:chExt cx="638105" cy="638105"/>
          </a:xfrm>
        </p:grpSpPr>
        <p:pic>
          <p:nvPicPr>
            <p:cNvPr id="38" name="Image 9" descr="TEMP_Z_ORDER_9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38105" cy="638105"/>
            </a:xfrm>
            <a:prstGeom prst="rect">
              <a:avLst/>
            </a:prstGeom>
          </p:spPr>
        </p:pic>
        <p:pic>
          <p:nvPicPr>
            <p:cNvPr id="39" name="Image 10" descr="TEMP_Z_ORDER_10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502495" y="-492240"/>
              <a:ext cx="353430" cy="353430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>
            <p:custDataLst>
              <p:tags r:id="rId34"/>
            </p:custDataLst>
          </p:nvPr>
        </p:nvGrpSpPr>
        <p:grpSpPr>
          <a:xfrm>
            <a:off x="10445748" y="3891887"/>
            <a:ext cx="638105" cy="638105"/>
            <a:chOff x="-635000" y="-635000"/>
            <a:chExt cx="638105" cy="638105"/>
          </a:xfrm>
        </p:grpSpPr>
        <p:pic>
          <p:nvPicPr>
            <p:cNvPr id="29" name="Image 11" descr="TEMP_Z_ORDER_11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38105" cy="638105"/>
            </a:xfrm>
            <a:prstGeom prst="rect">
              <a:avLst/>
            </a:prstGeom>
          </p:spPr>
        </p:pic>
        <p:pic>
          <p:nvPicPr>
            <p:cNvPr id="30" name="Image 12" descr="TEMP_Z_ORDER_12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-502517" y="-492240"/>
              <a:ext cx="353430" cy="353430"/>
            </a:xfrm>
            <a:prstGeom prst="rect">
              <a:avLst/>
            </a:prstGeom>
          </p:spPr>
        </p:pic>
      </p:grpSp>
      <p:grpSp>
        <p:nvGrpSpPr>
          <p:cNvPr id="46" name="组合 45"/>
          <p:cNvGrpSpPr/>
          <p:nvPr>
            <p:custDataLst>
              <p:tags r:id="rId40"/>
            </p:custDataLst>
          </p:nvPr>
        </p:nvGrpSpPr>
        <p:grpSpPr>
          <a:xfrm>
            <a:off x="10447335" y="1388530"/>
            <a:ext cx="638105" cy="638105"/>
            <a:chOff x="-635000" y="-635000"/>
            <a:chExt cx="638105" cy="638105"/>
          </a:xfrm>
        </p:grpSpPr>
        <p:pic>
          <p:nvPicPr>
            <p:cNvPr id="47" name="Image 13" descr="TEMP_Z_ORDER_13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38105" cy="638105"/>
            </a:xfrm>
            <a:prstGeom prst="rect">
              <a:avLst/>
            </a:prstGeom>
          </p:spPr>
        </p:pic>
        <p:pic>
          <p:nvPicPr>
            <p:cNvPr id="48" name="Image 14" descr="TEMP_Z_ORDER_14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-502580" y="-492239"/>
              <a:ext cx="353430" cy="353430"/>
            </a:xfrm>
            <a:prstGeom prst="rect">
              <a:avLst/>
            </a:prstGeom>
          </p:spPr>
        </p:pic>
      </p:grpSp>
      <p:grpSp>
        <p:nvGrpSpPr>
          <p:cNvPr id="58" name="组合 57"/>
          <p:cNvGrpSpPr/>
          <p:nvPr>
            <p:custDataLst>
              <p:tags r:id="rId47"/>
            </p:custDataLst>
          </p:nvPr>
        </p:nvGrpSpPr>
        <p:grpSpPr>
          <a:xfrm>
            <a:off x="1356652" y="2275472"/>
            <a:ext cx="3890724" cy="548640"/>
            <a:chOff x="-635000" y="-635000"/>
            <a:chExt cx="3890724" cy="548640"/>
          </a:xfrm>
        </p:grpSpPr>
        <p:sp>
          <p:nvSpPr>
            <p:cNvPr id="59" name="Text 0" descr="TEMP_Z_ORDER_15"/>
            <p:cNvSpPr/>
            <p:nvPr>
              <p:custDataLst>
                <p:tags r:id="rId48"/>
              </p:custDataLst>
            </p:nvPr>
          </p:nvSpPr>
          <p:spPr>
            <a:xfrm>
              <a:off x="-635000" y="-635000"/>
              <a:ext cx="3890724" cy="550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333333"/>
                  </a:solidFill>
                </a:rPr>
                <a:t>多层神经网络的NumPy实现，面向MNIST手写数字分类任务。</a:t>
              </a:r>
              <a:endParaRPr lang="en-US" sz="1680"/>
            </a:p>
          </p:txBody>
        </p:sp>
      </p:grpSp>
      <p:grpSp>
        <p:nvGrpSpPr>
          <p:cNvPr id="31" name="组合 30"/>
          <p:cNvGrpSpPr/>
          <p:nvPr>
            <p:custDataLst>
              <p:tags r:id="rId49"/>
            </p:custDataLst>
          </p:nvPr>
        </p:nvGrpSpPr>
        <p:grpSpPr>
          <a:xfrm>
            <a:off x="6498279" y="4778829"/>
            <a:ext cx="3890724" cy="548640"/>
            <a:chOff x="-635000" y="-635000"/>
            <a:chExt cx="3890724" cy="548640"/>
          </a:xfrm>
        </p:grpSpPr>
        <p:sp>
          <p:nvSpPr>
            <p:cNvPr id="32" name="Text 1" descr="TEMP_Z_ORDER_16"/>
            <p:cNvSpPr/>
            <p:nvPr>
              <p:custDataLst>
                <p:tags r:id="rId50"/>
              </p:custDataLst>
            </p:nvPr>
          </p:nvSpPr>
          <p:spPr>
            <a:xfrm>
              <a:off x="-635000" y="-635000"/>
              <a:ext cx="3890724" cy="550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333333"/>
                  </a:solidFill>
                </a:rPr>
                <a:t>通过超参数对比分析，使测试集准确率达到95%以上。</a:t>
              </a:r>
              <a:endParaRPr lang="en-US" sz="1680"/>
            </a:p>
          </p:txBody>
        </p:sp>
      </p:grpSp>
      <p:grpSp>
        <p:nvGrpSpPr>
          <p:cNvPr id="60" name="组合 59"/>
          <p:cNvGrpSpPr/>
          <p:nvPr>
            <p:custDataLst>
              <p:tags r:id="rId51"/>
            </p:custDataLst>
          </p:nvPr>
        </p:nvGrpSpPr>
        <p:grpSpPr>
          <a:xfrm>
            <a:off x="1355211" y="1874236"/>
            <a:ext cx="3810585" cy="312420"/>
            <a:chOff x="-635000" y="-635000"/>
            <a:chExt cx="3810585" cy="312420"/>
          </a:xfrm>
        </p:grpSpPr>
        <p:sp>
          <p:nvSpPr>
            <p:cNvPr id="61" name="Text 2" descr="TEMP_Z_ORDER_17"/>
            <p:cNvSpPr/>
            <p:nvPr>
              <p:custDataLst>
                <p:tags r:id="rId52"/>
              </p:custDataLst>
            </p:nvPr>
          </p:nvSpPr>
          <p:spPr>
            <a:xfrm>
              <a:off x="-635000" y="-634816"/>
              <a:ext cx="3810585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实验题目</a:t>
              </a:r>
              <a:endParaRPr lang="en-US" sz="1920"/>
            </a:p>
          </p:txBody>
        </p:sp>
      </p:grpSp>
      <p:sp>
        <p:nvSpPr>
          <p:cNvPr id="20" name="Text 3"/>
          <p:cNvSpPr/>
          <p:nvPr>
            <p:custDataLst>
              <p:tags r:id="rId53"/>
            </p:custDataLst>
          </p:nvPr>
        </p:nvSpPr>
        <p:spPr>
          <a:xfrm>
            <a:off x="900747" y="469386"/>
            <a:ext cx="10908924" cy="4191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0"/>
              </a:lnSpc>
              <a:buNone/>
            </a:pPr>
            <a:r>
              <a:rPr lang="en-US" sz="2760" b="1">
                <a:solidFill>
                  <a:srgbClr val="000000"/>
                </a:solidFill>
              </a:rPr>
              <a:t>实验任务与要求</a:t>
            </a:r>
            <a:endParaRPr lang="en-US" sz="2760"/>
          </a:p>
        </p:txBody>
      </p:sp>
      <p:grpSp>
        <p:nvGrpSpPr>
          <p:cNvPr id="40" name="组合 39"/>
          <p:cNvGrpSpPr/>
          <p:nvPr>
            <p:custDataLst>
              <p:tags r:id="rId54"/>
            </p:custDataLst>
          </p:nvPr>
        </p:nvGrpSpPr>
        <p:grpSpPr>
          <a:xfrm>
            <a:off x="1355211" y="4377592"/>
            <a:ext cx="3810585" cy="312420"/>
            <a:chOff x="-635000" y="-635000"/>
            <a:chExt cx="3810585" cy="312420"/>
          </a:xfrm>
        </p:grpSpPr>
        <p:sp>
          <p:nvSpPr>
            <p:cNvPr id="41" name="Text 4" descr="TEMP_Z_ORDER_19"/>
            <p:cNvSpPr/>
            <p:nvPr>
              <p:custDataLst>
                <p:tags r:id="rId55"/>
              </p:custDataLst>
            </p:nvPr>
          </p:nvSpPr>
          <p:spPr>
            <a:xfrm>
              <a:off x="-635000" y="-634816"/>
              <a:ext cx="3810585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核心任务</a:t>
              </a:r>
              <a:endParaRPr lang="en-US" sz="1920"/>
            </a:p>
          </p:txBody>
        </p:sp>
      </p:grpSp>
      <p:grpSp>
        <p:nvGrpSpPr>
          <p:cNvPr id="33" name="组合 32"/>
          <p:cNvGrpSpPr/>
          <p:nvPr>
            <p:custDataLst>
              <p:tags r:id="rId56"/>
            </p:custDataLst>
          </p:nvPr>
        </p:nvGrpSpPr>
        <p:grpSpPr>
          <a:xfrm>
            <a:off x="6496838" y="4377592"/>
            <a:ext cx="3810585" cy="312420"/>
            <a:chOff x="-635000" y="-635000"/>
            <a:chExt cx="3810585" cy="312420"/>
          </a:xfrm>
        </p:grpSpPr>
        <p:sp>
          <p:nvSpPr>
            <p:cNvPr id="34" name="Text 5" descr="TEMP_Z_ORDER_20"/>
            <p:cNvSpPr/>
            <p:nvPr>
              <p:custDataLst>
                <p:tags r:id="rId57"/>
              </p:custDataLst>
            </p:nvPr>
          </p:nvSpPr>
          <p:spPr>
            <a:xfrm>
              <a:off x="-635000" y="-634816"/>
              <a:ext cx="3810585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性能目标</a:t>
              </a:r>
              <a:endParaRPr lang="en-US" sz="1920"/>
            </a:p>
          </p:txBody>
        </p:sp>
      </p:grpSp>
      <p:grpSp>
        <p:nvGrpSpPr>
          <p:cNvPr id="49" name="组合 48"/>
          <p:cNvGrpSpPr/>
          <p:nvPr>
            <p:custDataLst>
              <p:tags r:id="rId58"/>
            </p:custDataLst>
          </p:nvPr>
        </p:nvGrpSpPr>
        <p:grpSpPr>
          <a:xfrm>
            <a:off x="6496838" y="1874236"/>
            <a:ext cx="3810585" cy="312420"/>
            <a:chOff x="-635000" y="-635000"/>
            <a:chExt cx="3810585" cy="312420"/>
          </a:xfrm>
        </p:grpSpPr>
        <p:sp>
          <p:nvSpPr>
            <p:cNvPr id="50" name="Text 6" descr="TEMP_Z_ORDER_21"/>
            <p:cNvSpPr/>
            <p:nvPr>
              <p:custDataLst>
                <p:tags r:id="rId59"/>
              </p:custDataLst>
            </p:nvPr>
          </p:nvSpPr>
          <p:spPr>
            <a:xfrm>
              <a:off x="-635000" y="-634816"/>
              <a:ext cx="3810585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关键模块</a:t>
              </a:r>
              <a:endParaRPr lang="en-US" sz="1920"/>
            </a:p>
          </p:txBody>
        </p:sp>
      </p:grpSp>
      <p:grpSp>
        <p:nvGrpSpPr>
          <p:cNvPr id="42" name="组合 41"/>
          <p:cNvGrpSpPr/>
          <p:nvPr>
            <p:custDataLst>
              <p:tags r:id="rId60"/>
            </p:custDataLst>
          </p:nvPr>
        </p:nvGrpSpPr>
        <p:grpSpPr>
          <a:xfrm>
            <a:off x="1356652" y="4778829"/>
            <a:ext cx="3890724" cy="548640"/>
            <a:chOff x="-635000" y="-635000"/>
            <a:chExt cx="3890724" cy="548640"/>
          </a:xfrm>
        </p:grpSpPr>
        <p:sp>
          <p:nvSpPr>
            <p:cNvPr id="43" name="Text 7" descr="TEMP_Z_ORDER_22"/>
            <p:cNvSpPr/>
            <p:nvPr>
              <p:custDataLst>
                <p:tags r:id="rId61"/>
              </p:custDataLst>
            </p:nvPr>
          </p:nvSpPr>
          <p:spPr>
            <a:xfrm>
              <a:off x="-635000" y="-635000"/>
              <a:ext cx="3890724" cy="550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333333"/>
                  </a:solidFill>
                </a:rPr>
                <a:t>仅使用NumPy手动完成网络设计与训练，不依赖深度学习框架。</a:t>
              </a:r>
              <a:endParaRPr lang="en-US" sz="1680"/>
            </a:p>
          </p:txBody>
        </p:sp>
      </p:grpSp>
      <p:grpSp>
        <p:nvGrpSpPr>
          <p:cNvPr id="51" name="组合 50"/>
          <p:cNvGrpSpPr/>
          <p:nvPr>
            <p:custDataLst>
              <p:tags r:id="rId62"/>
            </p:custDataLst>
          </p:nvPr>
        </p:nvGrpSpPr>
        <p:grpSpPr>
          <a:xfrm>
            <a:off x="6498279" y="2275472"/>
            <a:ext cx="3890724" cy="548640"/>
            <a:chOff x="-635000" y="-635000"/>
            <a:chExt cx="3890724" cy="548640"/>
          </a:xfrm>
        </p:grpSpPr>
        <p:sp>
          <p:nvSpPr>
            <p:cNvPr id="52" name="Text 8" descr="TEMP_Z_ORDER_23"/>
            <p:cNvSpPr/>
            <p:nvPr>
              <p:custDataLst>
                <p:tags r:id="rId63"/>
              </p:custDataLst>
            </p:nvPr>
          </p:nvSpPr>
          <p:spPr>
            <a:xfrm>
              <a:off x="-635000" y="-635000"/>
              <a:ext cx="3890724" cy="550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333333"/>
                  </a:solidFill>
                </a:rPr>
                <a:t>需实现前向传播、反向传播、激活函数、交叉熵损失及L2正则化。</a:t>
              </a:r>
              <a:endParaRPr lang="en-US" sz="1680"/>
            </a:p>
          </p:txBody>
        </p: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3" presetClass="entr" presetSubtype="16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3" presetClass="entr" presetSubtype="16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3" presetClass="entr" presetSubtype="16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3" presetClass="entr" presetSubtype="16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3" presetClass="entr" presetSubtype="16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3" presetClass="entr" presetSubtype="16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3" presetClass="entr" presetSubtype="16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3" presetClass="entr" presetSubtype="16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3" presetClass="entr" presetSubtype="16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3" presetClass="entr" presetSubtype="16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2"/>
            </p:custDataLst>
          </p:nvPr>
        </p:nvSpPr>
        <p:spPr>
          <a:xfrm>
            <a:off x="854111" y="2429160"/>
            <a:ext cx="2854711" cy="4953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890"/>
              </a:lnSpc>
              <a:buNone/>
            </a:pPr>
            <a:r>
              <a:rPr lang="en-US" sz="3240">
                <a:solidFill>
                  <a:srgbClr val="000000"/>
                </a:solidFill>
              </a:rPr>
              <a:t>Part.02</a:t>
            </a:r>
            <a:endParaRPr lang="en-US" sz="3240"/>
          </a:p>
        </p:txBody>
      </p:sp>
      <p:sp>
        <p:nvSpPr>
          <p:cNvPr id="3" name="Text 1"/>
          <p:cNvSpPr/>
          <p:nvPr>
            <p:custDataLst>
              <p:tags r:id="rId3"/>
            </p:custDataLst>
          </p:nvPr>
        </p:nvSpPr>
        <p:spPr>
          <a:xfrm>
            <a:off x="854112" y="3099707"/>
            <a:ext cx="10657591" cy="7391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760"/>
              </a:lnSpc>
              <a:buNone/>
            </a:pPr>
            <a:r>
              <a:rPr lang="en-US" sz="4800" b="1">
                <a:solidFill>
                  <a:srgbClr val="000000"/>
                </a:solidFill>
              </a:rPr>
              <a:t>实验目的</a:t>
            </a:r>
            <a:endParaRPr lang="en-US" sz="480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2" grpId="3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4737"/>
            <a:ext cx="497394" cy="402638"/>
          </a:xfrm>
          <a:prstGeom prst="rect">
            <a:avLst/>
          </a:prstGeom>
        </p:spPr>
      </p:pic>
      <p:pic>
        <p:nvPicPr>
          <p:cNvPr id="4" name="Image 2" descr="https://test.web.static.jianzeppt.com/ppt-temp-img3/811e08f106f9fff08a1970c6a027af66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431" y="464737"/>
            <a:ext cx="313354" cy="402638"/>
          </a:xfrm>
          <a:prstGeom prst="rect">
            <a:avLst/>
          </a:prstGeom>
        </p:spPr>
      </p:pic>
      <p:grpSp>
        <p:nvGrpSpPr>
          <p:cNvPr id="40" name="组合 39"/>
          <p:cNvGrpSpPr/>
          <p:nvPr>
            <p:custDataLst>
              <p:tags r:id="rId8"/>
            </p:custDataLst>
          </p:nvPr>
        </p:nvGrpSpPr>
        <p:grpSpPr>
          <a:xfrm>
            <a:off x="1030071" y="1576472"/>
            <a:ext cx="2304041" cy="1251521"/>
            <a:chOff x="-635000" y="-635000"/>
            <a:chExt cx="2304041" cy="1251521"/>
          </a:xfrm>
        </p:grpSpPr>
        <p:pic>
          <p:nvPicPr>
            <p:cNvPr id="41" name="Image 3" descr="TEMP_Z_ORDER_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25960" y="-635000"/>
              <a:ext cx="582120" cy="582120"/>
            </a:xfrm>
            <a:prstGeom prst="rect">
              <a:avLst/>
            </a:prstGeom>
          </p:spPr>
        </p:pic>
        <p:pic>
          <p:nvPicPr>
            <p:cNvPr id="42" name="Image 4" descr="TEMP_Z_ORDER_4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635000" y="556653"/>
              <a:ext cx="2304041" cy="59868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>
            <p:custDataLst>
              <p:tags r:id="rId15"/>
            </p:custDataLst>
          </p:nvPr>
        </p:nvGrpSpPr>
        <p:grpSpPr>
          <a:xfrm>
            <a:off x="3639343" y="1576472"/>
            <a:ext cx="2304042" cy="1251521"/>
            <a:chOff x="-635000" y="-635000"/>
            <a:chExt cx="2304042" cy="1251521"/>
          </a:xfrm>
        </p:grpSpPr>
        <p:pic>
          <p:nvPicPr>
            <p:cNvPr id="29" name="Image 5" descr="TEMP_Z_ORDER_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25961" y="-635000"/>
              <a:ext cx="582120" cy="582120"/>
            </a:xfrm>
            <a:prstGeom prst="rect">
              <a:avLst/>
            </a:prstGeom>
          </p:spPr>
        </p:pic>
        <p:pic>
          <p:nvPicPr>
            <p:cNvPr id="30" name="Image 6" descr="TEMP_Z_ORDER_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635000" y="556653"/>
              <a:ext cx="2304042" cy="59868"/>
            </a:xfrm>
            <a:prstGeom prst="rect">
              <a:avLst/>
            </a:prstGeom>
          </p:spPr>
        </p:pic>
      </p:grpSp>
      <p:grpSp>
        <p:nvGrpSpPr>
          <p:cNvPr id="34" name="组合 33"/>
          <p:cNvGrpSpPr/>
          <p:nvPr>
            <p:custDataLst>
              <p:tags r:id="rId21"/>
            </p:custDataLst>
          </p:nvPr>
        </p:nvGrpSpPr>
        <p:grpSpPr>
          <a:xfrm>
            <a:off x="6248617" y="1576472"/>
            <a:ext cx="2304041" cy="1251521"/>
            <a:chOff x="-635000" y="-635000"/>
            <a:chExt cx="2304041" cy="1251521"/>
          </a:xfrm>
        </p:grpSpPr>
        <p:pic>
          <p:nvPicPr>
            <p:cNvPr id="35" name="Image 7" descr="TEMP_Z_ORDER_7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225960" y="-635000"/>
              <a:ext cx="582120" cy="582120"/>
            </a:xfrm>
            <a:prstGeom prst="rect">
              <a:avLst/>
            </a:prstGeom>
          </p:spPr>
        </p:pic>
        <p:pic>
          <p:nvPicPr>
            <p:cNvPr id="36" name="Image 8" descr="TEMP_Z_ORDER_8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-635000" y="556653"/>
              <a:ext cx="2304041" cy="59868"/>
            </a:xfrm>
            <a:prstGeom prst="rect">
              <a:avLst/>
            </a:prstGeom>
          </p:spPr>
        </p:pic>
      </p:grpSp>
      <p:grpSp>
        <p:nvGrpSpPr>
          <p:cNvPr id="22" name="组合 21"/>
          <p:cNvGrpSpPr/>
          <p:nvPr>
            <p:custDataLst>
              <p:tags r:id="rId27"/>
            </p:custDataLst>
          </p:nvPr>
        </p:nvGrpSpPr>
        <p:grpSpPr>
          <a:xfrm>
            <a:off x="8857889" y="1588751"/>
            <a:ext cx="2304041" cy="2174380"/>
            <a:chOff x="-634999" y="-635000"/>
            <a:chExt cx="2304041" cy="2174380"/>
          </a:xfrm>
        </p:grpSpPr>
        <p:pic>
          <p:nvPicPr>
            <p:cNvPr id="23" name="Image 9" descr="TEMP_Z_ORDER_9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225960" y="-635000"/>
              <a:ext cx="582120" cy="582120"/>
            </a:xfrm>
            <a:prstGeom prst="rect">
              <a:avLst/>
            </a:prstGeom>
          </p:spPr>
        </p:pic>
        <p:pic>
          <p:nvPicPr>
            <p:cNvPr id="24" name="Image 10" descr="TEMP_Z_ORDER_10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-634999" y="544374"/>
              <a:ext cx="2304041" cy="59868"/>
            </a:xfrm>
            <a:prstGeom prst="rect">
              <a:avLst/>
            </a:prstGeom>
          </p:spPr>
        </p:pic>
        <p:sp>
          <p:nvSpPr>
            <p:cNvPr id="25" name="Text 0" descr="TEMP_Z_ORDER_11"/>
            <p:cNvSpPr/>
            <p:nvPr>
              <p:custDataLst>
                <p:tags r:id="rId33"/>
              </p:custDataLst>
            </p:nvPr>
          </p:nvSpPr>
          <p:spPr>
            <a:xfrm>
              <a:off x="-519549" y="716420"/>
              <a:ext cx="2082286" cy="8277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333333"/>
                  </a:solidFill>
                </a:rPr>
                <a:t>分析超参数（如学习率、网络结构）对模型性能的影响规律。</a:t>
              </a:r>
              <a:endParaRPr lang="en-US" sz="1680"/>
            </a:p>
          </p:txBody>
        </p:sp>
      </p:grpSp>
      <p:sp>
        <p:nvSpPr>
          <p:cNvPr id="14" name="Text 1"/>
          <p:cNvSpPr/>
          <p:nvPr>
            <p:custDataLst>
              <p:tags r:id="rId34"/>
            </p:custDataLst>
          </p:nvPr>
        </p:nvSpPr>
        <p:spPr>
          <a:xfrm>
            <a:off x="900747" y="469386"/>
            <a:ext cx="10908924" cy="4191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0"/>
              </a:lnSpc>
              <a:buNone/>
            </a:pPr>
            <a:r>
              <a:rPr lang="en-US" sz="2760" b="1">
                <a:solidFill>
                  <a:srgbClr val="000000"/>
                </a:solidFill>
              </a:rPr>
              <a:t>全连接神经网络学习要点</a:t>
            </a:r>
            <a:endParaRPr lang="en-US" sz="2760"/>
          </a:p>
        </p:txBody>
      </p:sp>
      <p:grpSp>
        <p:nvGrpSpPr>
          <p:cNvPr id="31" name="组合 30"/>
          <p:cNvGrpSpPr/>
          <p:nvPr>
            <p:custDataLst>
              <p:tags r:id="rId35"/>
            </p:custDataLst>
          </p:nvPr>
        </p:nvGrpSpPr>
        <p:grpSpPr>
          <a:xfrm>
            <a:off x="3753353" y="2395377"/>
            <a:ext cx="2085165" cy="1642074"/>
            <a:chOff x="-635000" y="-635000"/>
            <a:chExt cx="2085165" cy="1649943"/>
          </a:xfrm>
        </p:grpSpPr>
        <p:sp>
          <p:nvSpPr>
            <p:cNvPr id="32" name="Text 2" descr="TEMP_Z_ORDER_13"/>
            <p:cNvSpPr/>
            <p:nvPr>
              <p:custDataLst>
                <p:tags r:id="rId36"/>
              </p:custDataLst>
            </p:nvPr>
          </p:nvSpPr>
          <p:spPr>
            <a:xfrm>
              <a:off x="-633560" y="-90206"/>
              <a:ext cx="2082286" cy="11051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333333"/>
                  </a:solidFill>
                </a:rPr>
                <a:t>明确激活函数、损失函数、正则化方法在模型训练中的具体功能。</a:t>
              </a:r>
              <a:endParaRPr lang="en-US" sz="1680"/>
            </a:p>
          </p:txBody>
        </p:sp>
        <p:sp>
          <p:nvSpPr>
            <p:cNvPr id="33" name="Text 3" descr="TEMP_Z_ORDER_14"/>
            <p:cNvSpPr/>
            <p:nvPr>
              <p:custDataLst>
                <p:tags r:id="rId37"/>
              </p:custDataLst>
            </p:nvPr>
          </p:nvSpPr>
          <p:spPr>
            <a:xfrm>
              <a:off x="-635000" y="-635564"/>
              <a:ext cx="2085165" cy="31354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EC1EF"/>
                  </a:solidFill>
                </a:rPr>
                <a:t>理解作用</a:t>
              </a:r>
              <a:endParaRPr lang="en-US" sz="1920"/>
            </a:p>
          </p:txBody>
        </p:sp>
      </p:grpSp>
      <p:grpSp>
        <p:nvGrpSpPr>
          <p:cNvPr id="26" name="组合 25"/>
          <p:cNvGrpSpPr/>
          <p:nvPr>
            <p:custDataLst>
              <p:tags r:id="rId38"/>
            </p:custDataLst>
          </p:nvPr>
        </p:nvGrpSpPr>
        <p:grpSpPr>
          <a:xfrm>
            <a:off x="8971899" y="2395377"/>
            <a:ext cx="2085165" cy="312420"/>
            <a:chOff x="-635000" y="-635000"/>
            <a:chExt cx="2085165" cy="312420"/>
          </a:xfrm>
        </p:grpSpPr>
        <p:sp>
          <p:nvSpPr>
            <p:cNvPr id="27" name="Text 4" descr="TEMP_Z_ORDER_15"/>
            <p:cNvSpPr/>
            <p:nvPr>
              <p:custDataLst>
                <p:tags r:id="rId39"/>
              </p:custDataLst>
            </p:nvPr>
          </p:nvSpPr>
          <p:spPr>
            <a:xfrm>
              <a:off x="-635000" y="-634816"/>
              <a:ext cx="2085165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EC1EF"/>
                  </a:solidFill>
                </a:rPr>
                <a:t>规律探索</a:t>
              </a:r>
              <a:endParaRPr lang="en-US" sz="1920"/>
            </a:p>
          </p:txBody>
        </p:sp>
      </p:grpSp>
      <p:grpSp>
        <p:nvGrpSpPr>
          <p:cNvPr id="37" name="组合 36"/>
          <p:cNvGrpSpPr/>
          <p:nvPr>
            <p:custDataLst>
              <p:tags r:id="rId40"/>
            </p:custDataLst>
          </p:nvPr>
        </p:nvGrpSpPr>
        <p:grpSpPr>
          <a:xfrm>
            <a:off x="6362626" y="2395377"/>
            <a:ext cx="2085165" cy="1642074"/>
            <a:chOff x="-635000" y="-634816"/>
            <a:chExt cx="2085165" cy="1641890"/>
          </a:xfrm>
        </p:grpSpPr>
        <p:sp>
          <p:nvSpPr>
            <p:cNvPr id="38" name="Text 5" descr="TEMP_Z_ORDER_16"/>
            <p:cNvSpPr/>
            <p:nvPr>
              <p:custDataLst>
                <p:tags r:id="rId41"/>
              </p:custDataLst>
            </p:nvPr>
          </p:nvSpPr>
          <p:spPr>
            <a:xfrm>
              <a:off x="-635000" y="-634816"/>
              <a:ext cx="2085165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EC1EF"/>
                  </a:solidFill>
                </a:rPr>
                <a:t>底层认知</a:t>
              </a:r>
              <a:endParaRPr lang="en-US" sz="1920"/>
            </a:p>
          </p:txBody>
        </p:sp>
        <p:sp>
          <p:nvSpPr>
            <p:cNvPr id="39" name="Text 6" descr="TEMP_Z_ORDER_17"/>
            <p:cNvSpPr/>
            <p:nvPr>
              <p:custDataLst>
                <p:tags r:id="rId42"/>
              </p:custDataLst>
            </p:nvPr>
          </p:nvSpPr>
          <p:spPr>
            <a:xfrm>
              <a:off x="-633561" y="-90206"/>
              <a:ext cx="2082286" cy="11050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333333"/>
                  </a:solidFill>
                </a:rPr>
                <a:t>通过手动实现，揭示深度学习框架的底层计算逻辑与参数更新过程。</a:t>
              </a:r>
              <a:endParaRPr lang="en-US" sz="1680"/>
            </a:p>
          </p:txBody>
        </p:sp>
      </p:grpSp>
      <p:grpSp>
        <p:nvGrpSpPr>
          <p:cNvPr id="43" name="组合 42"/>
          <p:cNvGrpSpPr/>
          <p:nvPr>
            <p:custDataLst>
              <p:tags r:id="rId43"/>
            </p:custDataLst>
          </p:nvPr>
        </p:nvGrpSpPr>
        <p:grpSpPr>
          <a:xfrm>
            <a:off x="1144080" y="2395377"/>
            <a:ext cx="2085165" cy="1367754"/>
            <a:chOff x="-635000" y="-634816"/>
            <a:chExt cx="2085165" cy="1367570"/>
          </a:xfrm>
        </p:grpSpPr>
        <p:sp>
          <p:nvSpPr>
            <p:cNvPr id="44" name="Text 7" descr="TEMP_Z_ORDER_18"/>
            <p:cNvSpPr/>
            <p:nvPr>
              <p:custDataLst>
                <p:tags r:id="rId44"/>
              </p:custDataLst>
            </p:nvPr>
          </p:nvSpPr>
          <p:spPr>
            <a:xfrm>
              <a:off x="-635000" y="-634816"/>
              <a:ext cx="2085165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EC1EF"/>
                  </a:solidFill>
                </a:rPr>
                <a:t>掌握原理</a:t>
              </a:r>
              <a:endParaRPr lang="en-US" sz="1920"/>
            </a:p>
          </p:txBody>
        </p:sp>
        <p:sp>
          <p:nvSpPr>
            <p:cNvPr id="45" name="Text 8" descr="TEMP_Z_ORDER_19"/>
            <p:cNvSpPr/>
            <p:nvPr>
              <p:custDataLst>
                <p:tags r:id="rId45"/>
              </p:custDataLst>
            </p:nvPr>
          </p:nvSpPr>
          <p:spPr>
            <a:xfrm>
              <a:off x="-633560" y="-90206"/>
              <a:ext cx="2082286" cy="8276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333333"/>
                  </a:solidFill>
                </a:rPr>
                <a:t>深入理解全连接神经网络的前向传播与反向传播数学机制。</a:t>
              </a:r>
              <a:endParaRPr lang="en-US" sz="1680"/>
            </a:p>
          </p:txBody>
        </p: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1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2"/>
            </p:custDataLst>
          </p:nvPr>
        </p:nvSpPr>
        <p:spPr>
          <a:xfrm>
            <a:off x="854111" y="2429160"/>
            <a:ext cx="2854711" cy="4953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890"/>
              </a:lnSpc>
              <a:buNone/>
            </a:pPr>
            <a:r>
              <a:rPr lang="en-US" sz="3240">
                <a:solidFill>
                  <a:srgbClr val="000000"/>
                </a:solidFill>
              </a:rPr>
              <a:t>Part.03</a:t>
            </a:r>
            <a:endParaRPr lang="en-US" sz="3240"/>
          </a:p>
        </p:txBody>
      </p:sp>
      <p:sp>
        <p:nvSpPr>
          <p:cNvPr id="3" name="Text 1"/>
          <p:cNvSpPr/>
          <p:nvPr>
            <p:custDataLst>
              <p:tags r:id="rId3"/>
            </p:custDataLst>
          </p:nvPr>
        </p:nvSpPr>
        <p:spPr>
          <a:xfrm>
            <a:off x="854112" y="3099707"/>
            <a:ext cx="10657591" cy="7391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760"/>
              </a:lnSpc>
              <a:buNone/>
            </a:pPr>
            <a:r>
              <a:rPr lang="en-US" sz="4800" b="1">
                <a:solidFill>
                  <a:srgbClr val="000000"/>
                </a:solidFill>
              </a:rPr>
              <a:t>模块实现</a:t>
            </a:r>
            <a:endParaRPr lang="en-US" sz="4800"/>
          </a:p>
        </p:txBody>
      </p:sp>
      <p:sp>
        <p:nvSpPr>
          <p:cNvPr id="4" name="Text 2"/>
          <p:cNvSpPr/>
          <p:nvPr>
            <p:custDataLst>
              <p:tags r:id="rId4"/>
            </p:custDataLst>
          </p:nvPr>
        </p:nvSpPr>
        <p:spPr>
          <a:xfrm>
            <a:off x="854112" y="4122087"/>
            <a:ext cx="4978007" cy="2057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30"/>
              </a:lnSpc>
              <a:buNone/>
            </a:pPr>
            <a:r>
              <a:rPr lang="en-US" sz="1440">
                <a:solidFill>
                  <a:srgbClr val="000000"/>
                </a:solidFill>
              </a:rPr>
              <a:t>这是一段副标题，请输入副标题</a:t>
            </a:r>
            <a:endParaRPr lang="en-US" sz="144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4" grpId="2" animBg="1"/>
      <p:bldP spid="2" grpId="3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4737"/>
            <a:ext cx="497394" cy="402638"/>
          </a:xfrm>
          <a:prstGeom prst="rect">
            <a:avLst/>
          </a:prstGeom>
        </p:spPr>
      </p:pic>
      <p:pic>
        <p:nvPicPr>
          <p:cNvPr id="4" name="Image 2" descr="https://test.web.static.jianzeppt.com/ppt-temp-img3/811e08f106f9fff08a1970c6a027af66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431" y="464737"/>
            <a:ext cx="313354" cy="402638"/>
          </a:xfrm>
          <a:prstGeom prst="rect">
            <a:avLst/>
          </a:prstGeom>
        </p:spPr>
      </p:pic>
      <p:pic>
        <p:nvPicPr>
          <p:cNvPr id="5" name="Image 3" descr="https://test.web.static.jianzeppt.com/ppt-temp-img3/178e1511c725f545d0211df224778ac6.png?x-oss-process=image/resize,w_1440,h_800,m_lfit/format,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017395" y="2209800"/>
            <a:ext cx="8157845" cy="3402330"/>
          </a:xfrm>
          <a:prstGeom prst="rect">
            <a:avLst/>
          </a:prstGeom>
        </p:spPr>
      </p:pic>
      <p:pic>
        <p:nvPicPr>
          <p:cNvPr id="6" name="Image 4" descr="https://test.web.static.jianzeppt.com/userPic/html-screenshots/screenshot_1774630201520.png?x-oss-process=image/resize,w_1440,h_800,m_lfit/format,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247981" y="3199445"/>
            <a:ext cx="3240000" cy="504637"/>
          </a:xfrm>
          <a:prstGeom prst="rect">
            <a:avLst/>
          </a:prstGeom>
        </p:spPr>
      </p:pic>
      <p:grpSp>
        <p:nvGrpSpPr>
          <p:cNvPr id="29" name="组合 28"/>
          <p:cNvGrpSpPr/>
          <p:nvPr>
            <p:custDataLst>
              <p:tags r:id="rId12"/>
            </p:custDataLst>
          </p:nvPr>
        </p:nvGrpSpPr>
        <p:grpSpPr>
          <a:xfrm>
            <a:off x="5935087" y="2702028"/>
            <a:ext cx="660400" cy="128808"/>
            <a:chOff x="-635000" y="-635000"/>
            <a:chExt cx="660400" cy="128808"/>
          </a:xfrm>
        </p:grpSpPr>
        <p:pic>
          <p:nvPicPr>
            <p:cNvPr id="30" name="Image 5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60400" cy="128808"/>
            </a:xfrm>
            <a:prstGeom prst="rect">
              <a:avLst/>
            </a:prstGeom>
          </p:spPr>
        </p:pic>
      </p:grpSp>
      <p:grpSp>
        <p:nvGrpSpPr>
          <p:cNvPr id="23" name="组合 22"/>
          <p:cNvGrpSpPr/>
          <p:nvPr>
            <p:custDataLst>
              <p:tags r:id="rId16"/>
            </p:custDataLst>
          </p:nvPr>
        </p:nvGrpSpPr>
        <p:grpSpPr>
          <a:xfrm>
            <a:off x="8252242" y="2702028"/>
            <a:ext cx="660400" cy="128808"/>
            <a:chOff x="-635000" y="-635000"/>
            <a:chExt cx="660400" cy="128808"/>
          </a:xfrm>
        </p:grpSpPr>
        <p:pic>
          <p:nvPicPr>
            <p:cNvPr id="24" name="Image 6" descr="TEMP_Z_ORDER_6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60400" cy="128808"/>
            </a:xfrm>
            <a:prstGeom prst="rect">
              <a:avLst/>
            </a:prstGeom>
          </p:spPr>
        </p:pic>
      </p:grpSp>
      <p:sp>
        <p:nvSpPr>
          <p:cNvPr id="10" name="Text 0"/>
          <p:cNvSpPr/>
          <p:nvPr>
            <p:custDataLst>
              <p:tags r:id="rId19"/>
            </p:custDataLst>
          </p:nvPr>
        </p:nvSpPr>
        <p:spPr>
          <a:xfrm>
            <a:off x="900747" y="469386"/>
            <a:ext cx="10908924" cy="4191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0"/>
              </a:lnSpc>
              <a:buNone/>
            </a:pPr>
            <a:r>
              <a:rPr lang="en-US" sz="2760" b="1">
                <a:solidFill>
                  <a:srgbClr val="000000"/>
                </a:solidFill>
              </a:rPr>
              <a:t>神经网络核心结构与传播</a:t>
            </a:r>
            <a:endParaRPr lang="en-US" sz="2760"/>
          </a:p>
        </p:txBody>
      </p:sp>
      <p:grpSp>
        <p:nvGrpSpPr>
          <p:cNvPr id="31" name="组合 30"/>
          <p:cNvGrpSpPr/>
          <p:nvPr>
            <p:custDataLst>
              <p:tags r:id="rId20"/>
            </p:custDataLst>
          </p:nvPr>
        </p:nvGrpSpPr>
        <p:grpSpPr>
          <a:xfrm>
            <a:off x="6025106" y="3077714"/>
            <a:ext cx="1681042" cy="312420"/>
            <a:chOff x="-635000" y="-635000"/>
            <a:chExt cx="1681042" cy="312420"/>
          </a:xfrm>
        </p:grpSpPr>
        <p:sp>
          <p:nvSpPr>
            <p:cNvPr id="32" name="Text 1" descr="TEMP_Z_ORDER_9"/>
            <p:cNvSpPr/>
            <p:nvPr>
              <p:custDataLst>
                <p:tags r:id="rId21"/>
              </p:custDataLst>
            </p:nvPr>
          </p:nvSpPr>
          <p:spPr>
            <a:xfrm>
              <a:off x="-635000" y="-634816"/>
              <a:ext cx="1681042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全连接层</a:t>
              </a:r>
              <a:endParaRPr lang="en-US" sz="1920"/>
            </a:p>
          </p:txBody>
        </p:sp>
      </p:grpSp>
      <p:grpSp>
        <p:nvGrpSpPr>
          <p:cNvPr id="25" name="组合 24"/>
          <p:cNvGrpSpPr/>
          <p:nvPr>
            <p:custDataLst>
              <p:tags r:id="rId22"/>
            </p:custDataLst>
          </p:nvPr>
        </p:nvGrpSpPr>
        <p:grpSpPr>
          <a:xfrm>
            <a:off x="8342102" y="3077714"/>
            <a:ext cx="1681042" cy="312420"/>
            <a:chOff x="-635000" y="-635000"/>
            <a:chExt cx="1681042" cy="312420"/>
          </a:xfrm>
        </p:grpSpPr>
        <p:sp>
          <p:nvSpPr>
            <p:cNvPr id="26" name="Text 2" descr="TEMP_Z_ORDER_10"/>
            <p:cNvSpPr/>
            <p:nvPr>
              <p:custDataLst>
                <p:tags r:id="rId23"/>
              </p:custDataLst>
            </p:nvPr>
          </p:nvSpPr>
          <p:spPr>
            <a:xfrm>
              <a:off x="-635000" y="-634816"/>
              <a:ext cx="1681042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网络结构</a:t>
              </a:r>
              <a:endParaRPr lang="en-US" sz="1920"/>
            </a:p>
          </p:txBody>
        </p:sp>
      </p:grpSp>
      <p:grpSp>
        <p:nvGrpSpPr>
          <p:cNvPr id="27" name="组合 26"/>
          <p:cNvGrpSpPr/>
          <p:nvPr>
            <p:custDataLst>
              <p:tags r:id="rId24"/>
            </p:custDataLst>
          </p:nvPr>
        </p:nvGrpSpPr>
        <p:grpSpPr>
          <a:xfrm>
            <a:off x="8343543" y="3595453"/>
            <a:ext cx="1678162" cy="479425"/>
            <a:chOff x="-635000" y="-635000"/>
            <a:chExt cx="1678162" cy="479425"/>
          </a:xfrm>
        </p:grpSpPr>
        <p:sp>
          <p:nvSpPr>
            <p:cNvPr id="28" name="Text 4" descr="TEMP_Z_ORDER_12"/>
            <p:cNvSpPr/>
            <p:nvPr>
              <p:custDataLst>
                <p:tags r:id="rId25"/>
              </p:custDataLst>
            </p:nvPr>
          </p:nvSpPr>
          <p:spPr>
            <a:xfrm>
              <a:off x="-635000" y="-635000"/>
              <a:ext cx="1678162" cy="4794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870"/>
                </a:lnSpc>
                <a:buNone/>
              </a:pPr>
              <a:r>
                <a:rPr lang="en-US" sz="1440">
                  <a:solidFill>
                    <a:srgbClr val="7D7D7D"/>
                  </a:solidFill>
                </a:rPr>
                <a:t>定义Net类，支持Dropout层。</a:t>
              </a:r>
              <a:endParaRPr lang="en-US" sz="1440"/>
            </a:p>
          </p:txBody>
        </p:sp>
      </p:grpSp>
      <p:grpSp>
        <p:nvGrpSpPr>
          <p:cNvPr id="33" name="组合 32"/>
          <p:cNvGrpSpPr/>
          <p:nvPr>
            <p:custDataLst>
              <p:tags r:id="rId26"/>
            </p:custDataLst>
          </p:nvPr>
        </p:nvGrpSpPr>
        <p:grpSpPr>
          <a:xfrm>
            <a:off x="6026547" y="3595453"/>
            <a:ext cx="1678162" cy="1706880"/>
            <a:chOff x="-635000" y="-635000"/>
            <a:chExt cx="1678162" cy="1706880"/>
          </a:xfrm>
        </p:grpSpPr>
        <p:sp>
          <p:nvSpPr>
            <p:cNvPr id="34" name="Text 6" descr="TEMP_Z_ORDER_14"/>
            <p:cNvSpPr/>
            <p:nvPr>
              <p:custDataLst>
                <p:tags r:id="rId27"/>
              </p:custDataLst>
            </p:nvPr>
          </p:nvSpPr>
          <p:spPr>
            <a:xfrm>
              <a:off x="-635000" y="-635000"/>
              <a:ext cx="1678162" cy="15221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715"/>
                </a:lnSpc>
                <a:buNone/>
              </a:pPr>
              <a:r>
                <a:rPr lang="en-US" sz="1320">
                  <a:solidFill>
                    <a:srgbClr val="7D7D7D"/>
                  </a:solidFill>
                </a:rPr>
                <a:t>核心代码含前向传播计算（Z=WX+b）及反向传播梯度更新（dW=(X.T@dZ)/batch_size，db=np.sum(dZ,axis=0)/batch_size）。</a:t>
              </a:r>
              <a:endParaRPr lang="en-US" sz="1320"/>
            </a:p>
          </p:txBody>
        </p: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4737"/>
            <a:ext cx="497394" cy="402638"/>
          </a:xfrm>
          <a:prstGeom prst="rect">
            <a:avLst/>
          </a:prstGeom>
        </p:spPr>
      </p:pic>
      <p:pic>
        <p:nvPicPr>
          <p:cNvPr id="4" name="Image 2" descr="https://test.web.static.jianzeppt.com/ppt-temp-img3/811e08f106f9fff08a1970c6a027af66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431" y="464737"/>
            <a:ext cx="313354" cy="402638"/>
          </a:xfrm>
          <a:prstGeom prst="rect">
            <a:avLst/>
          </a:prstGeom>
        </p:spPr>
      </p:pic>
      <p:pic>
        <p:nvPicPr>
          <p:cNvPr id="5" name="Image 3" descr="https://test.web.static.jianzeppt.com/userPic/html-screenshots/screenshot_1774630202230.png?x-oss-process=image/resize,w_1440,h_800,m_lfit/format,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09376" y="2959951"/>
            <a:ext cx="3344017" cy="1740072"/>
          </a:xfrm>
          <a:prstGeom prst="rect">
            <a:avLst/>
          </a:prstGeom>
        </p:spPr>
      </p:pic>
      <p:grpSp>
        <p:nvGrpSpPr>
          <p:cNvPr id="16" name="组合 15"/>
          <p:cNvGrpSpPr/>
          <p:nvPr>
            <p:custDataLst>
              <p:tags r:id="rId10"/>
            </p:custDataLst>
          </p:nvPr>
        </p:nvGrpSpPr>
        <p:grpSpPr>
          <a:xfrm>
            <a:off x="4346226" y="1402512"/>
            <a:ext cx="7074806" cy="1479584"/>
            <a:chOff x="-635000" y="-635000"/>
            <a:chExt cx="7074806" cy="1479584"/>
          </a:xfrm>
        </p:grpSpPr>
        <p:pic>
          <p:nvPicPr>
            <p:cNvPr id="17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7074806" cy="1479584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>
            <p:custDataLst>
              <p:tags r:id="rId13"/>
            </p:custDataLst>
          </p:nvPr>
        </p:nvGrpSpPr>
        <p:grpSpPr>
          <a:xfrm>
            <a:off x="4346226" y="4782320"/>
            <a:ext cx="7074806" cy="1479584"/>
            <a:chOff x="-635000" y="-635000"/>
            <a:chExt cx="7074806" cy="1479584"/>
          </a:xfrm>
        </p:grpSpPr>
        <p:pic>
          <p:nvPicPr>
            <p:cNvPr id="29" name="Image 5" descr="TEMP_Z_ORDER_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-635000"/>
              <a:ext cx="7074806" cy="1479584"/>
            </a:xfrm>
            <a:prstGeom prst="rect">
              <a:avLst/>
            </a:prstGeom>
          </p:spPr>
        </p:pic>
      </p:grpSp>
      <p:grpSp>
        <p:nvGrpSpPr>
          <p:cNvPr id="22" name="组合 21"/>
          <p:cNvGrpSpPr/>
          <p:nvPr>
            <p:custDataLst>
              <p:tags r:id="rId16"/>
            </p:custDataLst>
          </p:nvPr>
        </p:nvGrpSpPr>
        <p:grpSpPr>
          <a:xfrm>
            <a:off x="4346226" y="3092416"/>
            <a:ext cx="7074806" cy="1479584"/>
            <a:chOff x="-635000" y="-635000"/>
            <a:chExt cx="7074806" cy="1479584"/>
          </a:xfrm>
        </p:grpSpPr>
        <p:pic>
          <p:nvPicPr>
            <p:cNvPr id="23" name="Image 6" descr="TEMP_Z_ORDER_6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-635000"/>
              <a:ext cx="7074806" cy="1479584"/>
            </a:xfrm>
            <a:prstGeom prst="rect">
              <a:avLst/>
            </a:prstGeom>
          </p:spPr>
        </p:pic>
      </p:grpSp>
      <p:grpSp>
        <p:nvGrpSpPr>
          <p:cNvPr id="30" name="组合 29"/>
          <p:cNvGrpSpPr/>
          <p:nvPr>
            <p:custDataLst>
              <p:tags r:id="rId18"/>
            </p:custDataLst>
          </p:nvPr>
        </p:nvGrpSpPr>
        <p:grpSpPr>
          <a:xfrm>
            <a:off x="4611356" y="4967940"/>
            <a:ext cx="6558379" cy="312420"/>
            <a:chOff x="-635000" y="-635000"/>
            <a:chExt cx="6558379" cy="312420"/>
          </a:xfrm>
        </p:grpSpPr>
        <p:sp>
          <p:nvSpPr>
            <p:cNvPr id="31" name="Text 0" descr="TEMP_Z_ORDER_7"/>
            <p:cNvSpPr/>
            <p:nvPr>
              <p:custDataLst>
                <p:tags r:id="rId19"/>
              </p:custDataLst>
            </p:nvPr>
          </p:nvSpPr>
          <p:spPr>
            <a:xfrm>
              <a:off x="-635000" y="-634816"/>
              <a:ext cx="6558379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实现关键</a:t>
              </a:r>
              <a:endParaRPr lang="en-US" sz="1920"/>
            </a:p>
          </p:txBody>
        </p:sp>
      </p:grpSp>
      <p:grpSp>
        <p:nvGrpSpPr>
          <p:cNvPr id="24" name="组合 23"/>
          <p:cNvGrpSpPr/>
          <p:nvPr>
            <p:custDataLst>
              <p:tags r:id="rId20"/>
            </p:custDataLst>
          </p:nvPr>
        </p:nvGrpSpPr>
        <p:grpSpPr>
          <a:xfrm>
            <a:off x="4611356" y="3278037"/>
            <a:ext cx="6558379" cy="312420"/>
            <a:chOff x="-635000" y="-635000"/>
            <a:chExt cx="6558379" cy="312420"/>
          </a:xfrm>
        </p:grpSpPr>
        <p:sp>
          <p:nvSpPr>
            <p:cNvPr id="25" name="Text 1" descr="TEMP_Z_ORDER_8"/>
            <p:cNvSpPr/>
            <p:nvPr>
              <p:custDataLst>
                <p:tags r:id="rId21"/>
              </p:custDataLst>
            </p:nvPr>
          </p:nvSpPr>
          <p:spPr>
            <a:xfrm>
              <a:off x="-635000" y="-634816"/>
              <a:ext cx="6558379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L2正则化</a:t>
              </a:r>
              <a:endParaRPr lang="en-US" sz="1920"/>
            </a:p>
          </p:txBody>
        </p:sp>
      </p:grpSp>
      <p:grpSp>
        <p:nvGrpSpPr>
          <p:cNvPr id="18" name="组合 17"/>
          <p:cNvGrpSpPr/>
          <p:nvPr>
            <p:custDataLst>
              <p:tags r:id="rId22"/>
            </p:custDataLst>
          </p:nvPr>
        </p:nvGrpSpPr>
        <p:grpSpPr>
          <a:xfrm>
            <a:off x="4611356" y="1588133"/>
            <a:ext cx="6558379" cy="312420"/>
            <a:chOff x="-635000" y="-635000"/>
            <a:chExt cx="6558379" cy="312420"/>
          </a:xfrm>
        </p:grpSpPr>
        <p:sp>
          <p:nvSpPr>
            <p:cNvPr id="19" name="Text 2" descr="TEMP_Z_ORDER_9"/>
            <p:cNvSpPr/>
            <p:nvPr>
              <p:custDataLst>
                <p:tags r:id="rId23"/>
              </p:custDataLst>
            </p:nvPr>
          </p:nvSpPr>
          <p:spPr>
            <a:xfrm>
              <a:off x="-635000" y="-634816"/>
              <a:ext cx="6558379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损失函数</a:t>
              </a:r>
              <a:endParaRPr lang="en-US" sz="1920"/>
            </a:p>
          </p:txBody>
        </p:sp>
      </p:grpSp>
      <p:grpSp>
        <p:nvGrpSpPr>
          <p:cNvPr id="32" name="组合 31"/>
          <p:cNvGrpSpPr/>
          <p:nvPr>
            <p:custDataLst>
              <p:tags r:id="rId24"/>
            </p:custDataLst>
          </p:nvPr>
        </p:nvGrpSpPr>
        <p:grpSpPr>
          <a:xfrm>
            <a:off x="4612795" y="5451153"/>
            <a:ext cx="6555499" cy="548640"/>
            <a:chOff x="-635000" y="-635000"/>
            <a:chExt cx="6555499" cy="548640"/>
          </a:xfrm>
        </p:grpSpPr>
        <p:sp>
          <p:nvSpPr>
            <p:cNvPr id="33" name="Text 3" descr="TEMP_Z_ORDER_10"/>
            <p:cNvSpPr/>
            <p:nvPr>
              <p:custDataLst>
                <p:tags r:id="rId25"/>
              </p:custDataLst>
            </p:nvPr>
          </p:nvSpPr>
          <p:spPr>
            <a:xfrm>
              <a:off x="-635000" y="-635000"/>
              <a:ext cx="6555499" cy="550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000000"/>
                  </a:solidFill>
                </a:rPr>
                <a:t>损失函数代码含交叉熵与正则化项叠加，反向传播时需同步更新正则化梯度。</a:t>
              </a:r>
              <a:endParaRPr lang="en-US" sz="1680"/>
            </a:p>
          </p:txBody>
        </p:sp>
      </p:grpSp>
      <p:grpSp>
        <p:nvGrpSpPr>
          <p:cNvPr id="20" name="组合 19"/>
          <p:cNvGrpSpPr/>
          <p:nvPr>
            <p:custDataLst>
              <p:tags r:id="rId26"/>
            </p:custDataLst>
          </p:nvPr>
        </p:nvGrpSpPr>
        <p:grpSpPr>
          <a:xfrm>
            <a:off x="4612795" y="2071345"/>
            <a:ext cx="6555499" cy="280035"/>
            <a:chOff x="-635000" y="-635000"/>
            <a:chExt cx="6555499" cy="280035"/>
          </a:xfrm>
        </p:grpSpPr>
        <p:sp>
          <p:nvSpPr>
            <p:cNvPr id="21" name="Text 4" descr="TEMP_Z_ORDER_11"/>
            <p:cNvSpPr/>
            <p:nvPr>
              <p:custDataLst>
                <p:tags r:id="rId27"/>
              </p:custDataLst>
            </p:nvPr>
          </p:nvSpPr>
          <p:spPr>
            <a:xfrm>
              <a:off x="-635000" y="-635000"/>
              <a:ext cx="6555499" cy="28003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000000"/>
                  </a:solidFill>
                </a:rPr>
                <a:t>采用交叉熵损失，衡量预测与真实标签的差异。</a:t>
              </a:r>
              <a:endParaRPr lang="en-US" sz="1680"/>
            </a:p>
          </p:txBody>
        </p:sp>
      </p:grpSp>
      <p:sp>
        <p:nvSpPr>
          <p:cNvPr id="14" name="Text 5"/>
          <p:cNvSpPr/>
          <p:nvPr>
            <p:custDataLst>
              <p:tags r:id="rId28"/>
            </p:custDataLst>
          </p:nvPr>
        </p:nvSpPr>
        <p:spPr>
          <a:xfrm>
            <a:off x="900747" y="469386"/>
            <a:ext cx="10908924" cy="4191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0"/>
              </a:lnSpc>
              <a:buNone/>
            </a:pPr>
            <a:r>
              <a:rPr lang="en-US" sz="2760" b="1">
                <a:solidFill>
                  <a:srgbClr val="000000"/>
                </a:solidFill>
              </a:rPr>
              <a:t>损失函数与正则化要点</a:t>
            </a:r>
            <a:endParaRPr lang="en-US" sz="2760"/>
          </a:p>
        </p:txBody>
      </p:sp>
      <p:grpSp>
        <p:nvGrpSpPr>
          <p:cNvPr id="26" name="组合 25"/>
          <p:cNvGrpSpPr/>
          <p:nvPr>
            <p:custDataLst>
              <p:tags r:id="rId29"/>
            </p:custDataLst>
          </p:nvPr>
        </p:nvGrpSpPr>
        <p:grpSpPr>
          <a:xfrm>
            <a:off x="4612795" y="3761249"/>
            <a:ext cx="6555499" cy="560070"/>
            <a:chOff x="-635000" y="-635000"/>
            <a:chExt cx="6555499" cy="560070"/>
          </a:xfrm>
        </p:grpSpPr>
        <p:sp>
          <p:nvSpPr>
            <p:cNvPr id="27" name="Text 6" descr="TEMP_Z_ORDER_13"/>
            <p:cNvSpPr/>
            <p:nvPr>
              <p:custDataLst>
                <p:tags r:id="rId30"/>
              </p:custDataLst>
            </p:nvPr>
          </p:nvSpPr>
          <p:spPr>
            <a:xfrm>
              <a:off x="-635000" y="-635000"/>
              <a:ext cx="6555499" cy="5600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000000"/>
                  </a:solidFill>
                </a:rPr>
                <a:t>惩罚大权重，防止模型过拟合，实现代码中在损失计算时累加权重平方和。</a:t>
              </a:r>
              <a:endParaRPr lang="en-US" sz="1680"/>
            </a:p>
          </p:txBody>
        </p: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" presetClass="entr" presetSubtype="4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4737"/>
            <a:ext cx="497394" cy="402638"/>
          </a:xfrm>
          <a:prstGeom prst="rect">
            <a:avLst/>
          </a:prstGeom>
        </p:spPr>
      </p:pic>
      <p:pic>
        <p:nvPicPr>
          <p:cNvPr id="4" name="Image 2" descr="https://test.web.static.jianzeppt.com/ppt-temp-img3/811e08f106f9fff08a1970c6a027af66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431" y="464737"/>
            <a:ext cx="313354" cy="402638"/>
          </a:xfrm>
          <a:prstGeom prst="rect">
            <a:avLst/>
          </a:prstGeom>
        </p:spPr>
      </p:pic>
      <p:pic>
        <p:nvPicPr>
          <p:cNvPr id="6" name="Image 4" descr="https://test.web.static.jianzeppt.com/ppt-temp-img3/93049fdfef5340d37f09048dda6099a2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873122" y="3883639"/>
            <a:ext cx="550114" cy="523221"/>
          </a:xfrm>
          <a:prstGeom prst="rect">
            <a:avLst/>
          </a:prstGeom>
        </p:spPr>
      </p:pic>
      <p:pic>
        <p:nvPicPr>
          <p:cNvPr id="8" name="Image 6" descr="https://test.web.static.jianzeppt.com/ppt-temp-img3/046881693a58696b5aed6dfe69e8e5a6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729768" y="3284039"/>
            <a:ext cx="550114" cy="523220"/>
          </a:xfrm>
          <a:prstGeom prst="rect">
            <a:avLst/>
          </a:prstGeom>
        </p:spPr>
      </p:pic>
      <p:grpSp>
        <p:nvGrpSpPr>
          <p:cNvPr id="22" name="组合 21"/>
          <p:cNvGrpSpPr/>
          <p:nvPr>
            <p:custDataLst>
              <p:tags r:id="rId11"/>
            </p:custDataLst>
          </p:nvPr>
        </p:nvGrpSpPr>
        <p:grpSpPr>
          <a:xfrm>
            <a:off x="1997542" y="2918806"/>
            <a:ext cx="453771" cy="536067"/>
            <a:chOff x="-635000" y="-635000"/>
            <a:chExt cx="453771" cy="536067"/>
          </a:xfrm>
        </p:grpSpPr>
        <p:sp>
          <p:nvSpPr>
            <p:cNvPr id="23" name="Text 0" descr="TEMP_Z_ORDER_8"/>
            <p:cNvSpPr/>
            <p:nvPr>
              <p:custDataLst>
                <p:tags r:id="rId12"/>
              </p:custDataLst>
            </p:nvPr>
          </p:nvSpPr>
          <p:spPr>
            <a:xfrm>
              <a:off x="-696722" y="-616323"/>
              <a:ext cx="577215" cy="49871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890"/>
                </a:lnSpc>
                <a:buNone/>
              </a:pPr>
              <a:r>
                <a:rPr lang="en-US" sz="3240" b="1">
                  <a:solidFill>
                    <a:srgbClr val="FFFFFF"/>
                  </a:solidFill>
                </a:rPr>
                <a:t>01</a:t>
              </a:r>
              <a:endParaRPr lang="en-US" sz="3240"/>
            </a:p>
          </p:txBody>
        </p:sp>
      </p:grpSp>
      <p:grpSp>
        <p:nvGrpSpPr>
          <p:cNvPr id="30" name="组合 29"/>
          <p:cNvGrpSpPr/>
          <p:nvPr>
            <p:custDataLst>
              <p:tags r:id="rId13"/>
            </p:custDataLst>
          </p:nvPr>
        </p:nvGrpSpPr>
        <p:grpSpPr>
          <a:xfrm>
            <a:off x="9710834" y="2319206"/>
            <a:ext cx="453771" cy="536067"/>
            <a:chOff x="-635000" y="-635000"/>
            <a:chExt cx="453771" cy="536067"/>
          </a:xfrm>
        </p:grpSpPr>
        <p:sp>
          <p:nvSpPr>
            <p:cNvPr id="31" name="Text 1" descr="TEMP_Z_ORDER_9"/>
            <p:cNvSpPr/>
            <p:nvPr>
              <p:custDataLst>
                <p:tags r:id="rId14"/>
              </p:custDataLst>
            </p:nvPr>
          </p:nvSpPr>
          <p:spPr>
            <a:xfrm>
              <a:off x="-696722" y="-616323"/>
              <a:ext cx="577215" cy="49871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890"/>
                </a:lnSpc>
                <a:buNone/>
              </a:pPr>
              <a:r>
                <a:rPr lang="en-US" sz="3240" b="1">
                  <a:solidFill>
                    <a:srgbClr val="FFFFFF"/>
                  </a:solidFill>
                </a:rPr>
                <a:t>03</a:t>
              </a:r>
              <a:endParaRPr lang="en-US" sz="3240"/>
            </a:p>
          </p:txBody>
        </p:sp>
      </p:grpSp>
      <p:grpSp>
        <p:nvGrpSpPr>
          <p:cNvPr id="26" name="组合 25"/>
          <p:cNvGrpSpPr/>
          <p:nvPr>
            <p:custDataLst>
              <p:tags r:id="rId15"/>
            </p:custDataLst>
          </p:nvPr>
        </p:nvGrpSpPr>
        <p:grpSpPr>
          <a:xfrm>
            <a:off x="5854188" y="2619006"/>
            <a:ext cx="453771" cy="536067"/>
            <a:chOff x="-635000" y="-635000"/>
            <a:chExt cx="453771" cy="536067"/>
          </a:xfrm>
        </p:grpSpPr>
        <p:sp>
          <p:nvSpPr>
            <p:cNvPr id="27" name="Text 2" descr="TEMP_Z_ORDER_10"/>
            <p:cNvSpPr/>
            <p:nvPr>
              <p:custDataLst>
                <p:tags r:id="rId16"/>
              </p:custDataLst>
            </p:nvPr>
          </p:nvSpPr>
          <p:spPr>
            <a:xfrm>
              <a:off x="-696722" y="-616323"/>
              <a:ext cx="577215" cy="49871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890"/>
                </a:lnSpc>
                <a:buNone/>
              </a:pPr>
              <a:r>
                <a:rPr lang="en-US" sz="3240" b="1">
                  <a:solidFill>
                    <a:srgbClr val="FFFFFF"/>
                  </a:solidFill>
                </a:rPr>
                <a:t>02</a:t>
              </a:r>
              <a:endParaRPr lang="en-US" sz="3240"/>
            </a:p>
          </p:txBody>
        </p:sp>
      </p:grpSp>
      <p:sp>
        <p:nvSpPr>
          <p:cNvPr id="13" name="Text 3"/>
          <p:cNvSpPr/>
          <p:nvPr>
            <p:custDataLst>
              <p:tags r:id="rId17"/>
            </p:custDataLst>
          </p:nvPr>
        </p:nvSpPr>
        <p:spPr>
          <a:xfrm>
            <a:off x="918088" y="3837827"/>
            <a:ext cx="2481276" cy="3124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495"/>
              </a:lnSpc>
              <a:buNone/>
            </a:pPr>
            <a:r>
              <a:rPr lang="en-US" sz="1920" b="1">
                <a:solidFill>
                  <a:srgbClr val="FFFFFF"/>
                </a:solidFill>
              </a:rPr>
              <a:t>Dropout层作用</a:t>
            </a:r>
            <a:endParaRPr lang="en-US" sz="1920"/>
          </a:p>
        </p:txBody>
      </p:sp>
      <p:sp>
        <p:nvSpPr>
          <p:cNvPr id="14" name="Text 4"/>
          <p:cNvSpPr/>
          <p:nvPr>
            <p:custDataLst>
              <p:tags r:id="rId18"/>
            </p:custDataLst>
          </p:nvPr>
        </p:nvSpPr>
        <p:spPr>
          <a:xfrm>
            <a:off x="900747" y="469386"/>
            <a:ext cx="10908924" cy="4191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0"/>
              </a:lnSpc>
              <a:buNone/>
            </a:pPr>
            <a:r>
              <a:rPr lang="en-US" sz="2760" b="1">
                <a:solidFill>
                  <a:srgbClr val="000000"/>
                </a:solidFill>
              </a:rPr>
              <a:t>Dropout层原理解析</a:t>
            </a:r>
            <a:endParaRPr lang="en-US" sz="2760"/>
          </a:p>
        </p:txBody>
      </p:sp>
      <p:sp>
        <p:nvSpPr>
          <p:cNvPr id="15" name="Text 5"/>
          <p:cNvSpPr/>
          <p:nvPr>
            <p:custDataLst>
              <p:tags r:id="rId19"/>
            </p:custDataLst>
          </p:nvPr>
        </p:nvSpPr>
        <p:spPr>
          <a:xfrm>
            <a:off x="8631380" y="3238227"/>
            <a:ext cx="2481276" cy="3124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495"/>
              </a:lnSpc>
              <a:buNone/>
            </a:pPr>
            <a:r>
              <a:rPr lang="en-US" sz="1920" b="1">
                <a:solidFill>
                  <a:srgbClr val="FFFFFF"/>
                </a:solidFill>
              </a:rPr>
              <a:t>反向传播</a:t>
            </a:r>
            <a:endParaRPr lang="en-US" sz="1920"/>
          </a:p>
        </p:txBody>
      </p:sp>
      <p:sp>
        <p:nvSpPr>
          <p:cNvPr id="16" name="Text 6"/>
          <p:cNvSpPr/>
          <p:nvPr>
            <p:custDataLst>
              <p:tags r:id="rId20"/>
            </p:custDataLst>
          </p:nvPr>
        </p:nvSpPr>
        <p:spPr>
          <a:xfrm>
            <a:off x="8650051" y="3778912"/>
            <a:ext cx="2461166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185"/>
              </a:lnSpc>
              <a:buNone/>
            </a:pPr>
            <a:r>
              <a:rPr lang="en-US" sz="1680">
                <a:solidFill>
                  <a:srgbClr val="FFFFFF"/>
                </a:solidFill>
              </a:rPr>
              <a:t>仅通过掩码保留的神经元梯度（dA*mask），确保梯度传播与前向一致。</a:t>
            </a:r>
            <a:endParaRPr lang="en-US" sz="1680"/>
          </a:p>
        </p:txBody>
      </p:sp>
      <p:sp>
        <p:nvSpPr>
          <p:cNvPr id="17" name="Text 7"/>
          <p:cNvSpPr/>
          <p:nvPr>
            <p:custDataLst>
              <p:tags r:id="rId21"/>
            </p:custDataLst>
          </p:nvPr>
        </p:nvSpPr>
        <p:spPr>
          <a:xfrm>
            <a:off x="4793405" y="4078712"/>
            <a:ext cx="2461166" cy="7086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70"/>
              </a:lnSpc>
              <a:buNone/>
            </a:pPr>
            <a:r>
              <a:rPr lang="en-US" sz="1440">
                <a:solidFill>
                  <a:srgbClr val="FFFFFF"/>
                </a:solidFill>
              </a:rPr>
              <a:t>训练时生成掩码（mask）屏蔽神经元，测试时直接缩放输出（X*(1-dropout_rate)）。</a:t>
            </a:r>
            <a:endParaRPr lang="en-US" sz="1440"/>
          </a:p>
        </p:txBody>
      </p:sp>
      <p:sp>
        <p:nvSpPr>
          <p:cNvPr id="18" name="Text 8"/>
          <p:cNvSpPr/>
          <p:nvPr>
            <p:custDataLst>
              <p:tags r:id="rId22"/>
            </p:custDataLst>
          </p:nvPr>
        </p:nvSpPr>
        <p:spPr>
          <a:xfrm>
            <a:off x="936759" y="4378512"/>
            <a:ext cx="2461166" cy="7086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70"/>
              </a:lnSpc>
              <a:buNone/>
            </a:pPr>
            <a:r>
              <a:rPr lang="en-US" sz="1440">
                <a:solidFill>
                  <a:srgbClr val="FFFFFF"/>
                </a:solidFill>
              </a:rPr>
              <a:t>训练时随机丢弃部分神经元（按dropout_rate），降低特征共适应，增强泛化能力。</a:t>
            </a:r>
            <a:endParaRPr lang="en-US" sz="1440"/>
          </a:p>
        </p:txBody>
      </p:sp>
      <p:sp>
        <p:nvSpPr>
          <p:cNvPr id="19" name="Text 9"/>
          <p:cNvSpPr/>
          <p:nvPr>
            <p:custDataLst>
              <p:tags r:id="rId23"/>
            </p:custDataLst>
          </p:nvPr>
        </p:nvSpPr>
        <p:spPr>
          <a:xfrm>
            <a:off x="4774734" y="3538027"/>
            <a:ext cx="2481276" cy="3124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495"/>
              </a:lnSpc>
              <a:buNone/>
            </a:pPr>
            <a:r>
              <a:rPr lang="en-US" sz="1920" b="1">
                <a:solidFill>
                  <a:srgbClr val="FFFFFF"/>
                </a:solidFill>
              </a:rPr>
              <a:t>前向传播</a:t>
            </a:r>
            <a:endParaRPr lang="en-US" sz="1920"/>
          </a:p>
        </p:txBody>
      </p:sp>
      <p:pic>
        <p:nvPicPr>
          <p:cNvPr id="7" name="图片 6" descr="截屏2026-03-28 01.57.12"/>
          <p:cNvPicPr>
            <a:picLocks noChangeAspect="1"/>
          </p:cNvPicPr>
          <p:nvPr/>
        </p:nvPicPr>
        <p:blipFill>
          <a:blip r:embed="rId24"/>
          <a:srcRect b="50938"/>
          <a:stretch>
            <a:fillRect/>
          </a:stretch>
        </p:blipFill>
        <p:spPr>
          <a:xfrm>
            <a:off x="749935" y="2743200"/>
            <a:ext cx="5092700" cy="2392680"/>
          </a:xfrm>
          <a:prstGeom prst="rect">
            <a:avLst/>
          </a:prstGeom>
        </p:spPr>
      </p:pic>
      <p:pic>
        <p:nvPicPr>
          <p:cNvPr id="9" name="图片 8" descr="截屏2026-03-28 01.57.12"/>
          <p:cNvPicPr>
            <a:picLocks noChangeAspect="1"/>
          </p:cNvPicPr>
          <p:nvPr/>
        </p:nvPicPr>
        <p:blipFill>
          <a:blip r:embed="rId24"/>
          <a:srcRect t="53125"/>
          <a:stretch>
            <a:fillRect/>
          </a:stretch>
        </p:blipFill>
        <p:spPr>
          <a:xfrm>
            <a:off x="6400800" y="2849880"/>
            <a:ext cx="5092700" cy="22860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4737"/>
            <a:ext cx="497394" cy="402638"/>
          </a:xfrm>
          <a:prstGeom prst="rect">
            <a:avLst/>
          </a:prstGeom>
        </p:spPr>
      </p:pic>
      <p:pic>
        <p:nvPicPr>
          <p:cNvPr id="4" name="Image 2" descr="https://test.web.static.jianzeppt.com/ppt-temp-img3/811e08f106f9fff08a1970c6a027af66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431" y="464737"/>
            <a:ext cx="313354" cy="402638"/>
          </a:xfrm>
          <a:prstGeom prst="rect">
            <a:avLst/>
          </a:prstGeom>
        </p:spPr>
      </p:pic>
      <p:grpSp>
        <p:nvGrpSpPr>
          <p:cNvPr id="29" name="组合 28"/>
          <p:cNvGrpSpPr/>
          <p:nvPr>
            <p:custDataLst>
              <p:tags r:id="rId8"/>
            </p:custDataLst>
          </p:nvPr>
        </p:nvGrpSpPr>
        <p:grpSpPr>
          <a:xfrm>
            <a:off x="1268730" y="1724794"/>
            <a:ext cx="2493010" cy="3831530"/>
            <a:chOff x="-635000" y="-635000"/>
            <a:chExt cx="2493010" cy="3831530"/>
          </a:xfrm>
        </p:grpSpPr>
        <p:pic>
          <p:nvPicPr>
            <p:cNvPr id="30" name="Image 3" descr="TEMP_Z_ORDER_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635000"/>
              <a:ext cx="2493010" cy="3831530"/>
            </a:xfrm>
            <a:prstGeom prst="rect">
              <a:avLst/>
            </a:prstGeom>
          </p:spPr>
        </p:pic>
        <p:pic>
          <p:nvPicPr>
            <p:cNvPr id="31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385309" y="-589831"/>
              <a:ext cx="604208" cy="596053"/>
            </a:xfrm>
            <a:prstGeom prst="rect">
              <a:avLst/>
            </a:prstGeom>
          </p:spPr>
        </p:pic>
      </p:grpSp>
      <p:grpSp>
        <p:nvGrpSpPr>
          <p:cNvPr id="21" name="组合 20"/>
          <p:cNvGrpSpPr/>
          <p:nvPr>
            <p:custDataLst>
              <p:tags r:id="rId14"/>
            </p:custDataLst>
          </p:nvPr>
        </p:nvGrpSpPr>
        <p:grpSpPr>
          <a:xfrm>
            <a:off x="4842510" y="1724794"/>
            <a:ext cx="2494280" cy="3831530"/>
            <a:chOff x="-635000" y="-635000"/>
            <a:chExt cx="2494280" cy="3831530"/>
          </a:xfrm>
        </p:grpSpPr>
        <p:pic>
          <p:nvPicPr>
            <p:cNvPr id="22" name="Image 5" descr="TEMP_Z_ORDER_5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-635000"/>
              <a:ext cx="2494280" cy="3831530"/>
            </a:xfrm>
            <a:prstGeom prst="rect">
              <a:avLst/>
            </a:prstGeom>
          </p:spPr>
        </p:pic>
        <p:pic>
          <p:nvPicPr>
            <p:cNvPr id="23" name="Image 6" descr="TEMP_Z_ORDER_6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337724" y="-585493"/>
              <a:ext cx="604208" cy="596053"/>
            </a:xfrm>
            <a:prstGeom prst="rect">
              <a:avLst/>
            </a:prstGeom>
          </p:spPr>
        </p:pic>
      </p:grpSp>
      <p:grpSp>
        <p:nvGrpSpPr>
          <p:cNvPr id="38" name="组合 37"/>
          <p:cNvGrpSpPr/>
          <p:nvPr>
            <p:custDataLst>
              <p:tags r:id="rId20"/>
            </p:custDataLst>
          </p:nvPr>
        </p:nvGrpSpPr>
        <p:grpSpPr>
          <a:xfrm>
            <a:off x="8416290" y="1724794"/>
            <a:ext cx="2494280" cy="3831530"/>
            <a:chOff x="-635000" y="-635000"/>
            <a:chExt cx="2494280" cy="3831530"/>
          </a:xfrm>
        </p:grpSpPr>
        <p:pic>
          <p:nvPicPr>
            <p:cNvPr id="39" name="Image 7" descr="TEMP_Z_ORDER_7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-635000" y="-635000"/>
              <a:ext cx="2494280" cy="3831530"/>
            </a:xfrm>
            <a:prstGeom prst="rect">
              <a:avLst/>
            </a:prstGeom>
          </p:spPr>
        </p:pic>
        <p:pic>
          <p:nvPicPr>
            <p:cNvPr id="40" name="Image 8" descr="TEMP_Z_ORDER_8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-319944" y="-581156"/>
              <a:ext cx="604208" cy="596053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>
            <p:custDataLst>
              <p:tags r:id="rId26"/>
            </p:custDataLst>
          </p:nvPr>
        </p:nvGrpSpPr>
        <p:grpSpPr>
          <a:xfrm>
            <a:off x="1725521" y="4772885"/>
            <a:ext cx="1588680" cy="244954"/>
            <a:chOff x="-635000" y="-635000"/>
            <a:chExt cx="1588680" cy="244954"/>
          </a:xfrm>
        </p:grpSpPr>
        <p:sp>
          <p:nvSpPr>
            <p:cNvPr id="33" name="Text 0" descr="TEMP_Z_ORDER_9"/>
            <p:cNvSpPr/>
            <p:nvPr>
              <p:custDataLst>
                <p:tags r:id="rId27"/>
              </p:custDataLst>
            </p:nvPr>
          </p:nvSpPr>
          <p:spPr>
            <a:xfrm>
              <a:off x="19846" y="-635000"/>
              <a:ext cx="278987" cy="28799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340"/>
                </a:lnSpc>
                <a:buNone/>
              </a:pPr>
              <a:r>
                <a:rPr lang="en-US" sz="1560" b="1">
                  <a:solidFill>
                    <a:srgbClr val="000000"/>
                  </a:solidFill>
                </a:rPr>
                <a:t>01</a:t>
              </a:r>
              <a:endParaRPr lang="en-US" sz="1560"/>
            </a:p>
          </p:txBody>
        </p:sp>
      </p:grpSp>
      <p:grpSp>
        <p:nvGrpSpPr>
          <p:cNvPr id="41" name="组合 40"/>
          <p:cNvGrpSpPr/>
          <p:nvPr>
            <p:custDataLst>
              <p:tags r:id="rId28"/>
            </p:custDataLst>
          </p:nvPr>
        </p:nvGrpSpPr>
        <p:grpSpPr>
          <a:xfrm>
            <a:off x="8874033" y="4772885"/>
            <a:ext cx="1588680" cy="244954"/>
            <a:chOff x="-635000" y="-635000"/>
            <a:chExt cx="1588680" cy="244954"/>
          </a:xfrm>
        </p:grpSpPr>
        <p:sp>
          <p:nvSpPr>
            <p:cNvPr id="42" name="Text 1" descr="TEMP_Z_ORDER_10"/>
            <p:cNvSpPr/>
            <p:nvPr>
              <p:custDataLst>
                <p:tags r:id="rId29"/>
              </p:custDataLst>
            </p:nvPr>
          </p:nvSpPr>
          <p:spPr>
            <a:xfrm>
              <a:off x="19846" y="-635000"/>
              <a:ext cx="278987" cy="28799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340"/>
                </a:lnSpc>
                <a:buNone/>
              </a:pPr>
              <a:r>
                <a:rPr lang="en-US" sz="1560" b="1">
                  <a:solidFill>
                    <a:srgbClr val="000000"/>
                  </a:solidFill>
                </a:rPr>
                <a:t>03</a:t>
              </a:r>
              <a:endParaRPr lang="en-US" sz="1560"/>
            </a:p>
          </p:txBody>
        </p:sp>
      </p:grpSp>
      <p:grpSp>
        <p:nvGrpSpPr>
          <p:cNvPr id="24" name="组合 23"/>
          <p:cNvGrpSpPr/>
          <p:nvPr>
            <p:custDataLst>
              <p:tags r:id="rId30"/>
            </p:custDataLst>
          </p:nvPr>
        </p:nvGrpSpPr>
        <p:grpSpPr>
          <a:xfrm>
            <a:off x="5299976" y="4790769"/>
            <a:ext cx="1588680" cy="244954"/>
            <a:chOff x="-635000" y="-635000"/>
            <a:chExt cx="1588680" cy="244954"/>
          </a:xfrm>
        </p:grpSpPr>
        <p:sp>
          <p:nvSpPr>
            <p:cNvPr id="25" name="Text 2" descr="TEMP_Z_ORDER_11"/>
            <p:cNvSpPr/>
            <p:nvPr>
              <p:custDataLst>
                <p:tags r:id="rId31"/>
              </p:custDataLst>
            </p:nvPr>
          </p:nvSpPr>
          <p:spPr>
            <a:xfrm>
              <a:off x="19846" y="-635000"/>
              <a:ext cx="278987" cy="28799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340"/>
                </a:lnSpc>
                <a:buNone/>
              </a:pPr>
              <a:r>
                <a:rPr lang="en-US" sz="1560" b="1">
                  <a:solidFill>
                    <a:srgbClr val="000000"/>
                  </a:solidFill>
                </a:rPr>
                <a:t>02</a:t>
              </a:r>
              <a:endParaRPr lang="en-US" sz="1560"/>
            </a:p>
          </p:txBody>
        </p:sp>
      </p:grpSp>
      <p:grpSp>
        <p:nvGrpSpPr>
          <p:cNvPr id="34" name="组合 33"/>
          <p:cNvGrpSpPr/>
          <p:nvPr>
            <p:custDataLst>
              <p:tags r:id="rId32"/>
            </p:custDataLst>
          </p:nvPr>
        </p:nvGrpSpPr>
        <p:grpSpPr>
          <a:xfrm>
            <a:off x="1730085" y="3192774"/>
            <a:ext cx="1579357" cy="1120775"/>
            <a:chOff x="-635000" y="-635000"/>
            <a:chExt cx="1579357" cy="1120775"/>
          </a:xfrm>
        </p:grpSpPr>
        <p:sp>
          <p:nvSpPr>
            <p:cNvPr id="35" name="Text 3" descr="TEMP_Z_ORDER_12"/>
            <p:cNvSpPr/>
            <p:nvPr>
              <p:custDataLst>
                <p:tags r:id="rId33"/>
              </p:custDataLst>
            </p:nvPr>
          </p:nvSpPr>
          <p:spPr>
            <a:xfrm>
              <a:off x="-635000" y="-635000"/>
              <a:ext cx="1579357" cy="11207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ctr">
                <a:lnSpc>
                  <a:spcPts val="2185"/>
                </a:lnSpc>
                <a:buClrTx/>
                <a:buSzTx/>
                <a:buFontTx/>
                <a:buNone/>
              </a:pPr>
              <a:r>
                <a:rPr lang="en-US" sz="1680">
                  <a:solidFill>
                    <a:srgbClr val="333333"/>
                  </a:solidFill>
                </a:rPr>
                <a:t>适用于sigmoid、tanh等激活函数，平衡前向与反向传播梯度。</a:t>
              </a:r>
              <a:endParaRPr lang="en-US" sz="1680">
                <a:solidFill>
                  <a:srgbClr val="333333"/>
                </a:solidFill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34"/>
            </p:custDataLst>
          </p:nvPr>
        </p:nvGrpSpPr>
        <p:grpSpPr>
          <a:xfrm>
            <a:off x="8878598" y="3192774"/>
            <a:ext cx="1579357" cy="1371600"/>
            <a:chOff x="-635000" y="-635000"/>
            <a:chExt cx="1579357" cy="1371600"/>
          </a:xfrm>
        </p:grpSpPr>
        <p:sp>
          <p:nvSpPr>
            <p:cNvPr id="44" name="Text 4" descr="TEMP_Z_ORDER_13"/>
            <p:cNvSpPr/>
            <p:nvPr>
              <p:custDataLst>
                <p:tags r:id="rId35"/>
              </p:custDataLst>
            </p:nvPr>
          </p:nvSpPr>
          <p:spPr>
            <a:xfrm>
              <a:off x="-635000" y="-635000"/>
              <a:ext cx="1579357" cy="138251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333333"/>
                  </a:solidFill>
                </a:rPr>
                <a:t>通过init_stg函数根据方法选择不同缩放因子，初始化全连接层权重。</a:t>
              </a:r>
              <a:endParaRPr lang="en-US" sz="1680"/>
            </a:p>
          </p:txBody>
        </p:sp>
      </p:grpSp>
      <p:sp>
        <p:nvSpPr>
          <p:cNvPr id="16" name="Text 5"/>
          <p:cNvSpPr/>
          <p:nvPr>
            <p:custDataLst>
              <p:tags r:id="rId36"/>
            </p:custDataLst>
          </p:nvPr>
        </p:nvSpPr>
        <p:spPr>
          <a:xfrm>
            <a:off x="900747" y="469386"/>
            <a:ext cx="10908924" cy="4191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0"/>
              </a:lnSpc>
              <a:buNone/>
            </a:pPr>
            <a:r>
              <a:rPr lang="en-US" sz="2760" b="1">
                <a:solidFill>
                  <a:srgbClr val="000000"/>
                </a:solidFill>
              </a:rPr>
              <a:t>初始化方法对比</a:t>
            </a:r>
            <a:endParaRPr lang="en-US" sz="2760"/>
          </a:p>
        </p:txBody>
      </p:sp>
      <p:grpSp>
        <p:nvGrpSpPr>
          <p:cNvPr id="36" name="组合 35"/>
          <p:cNvGrpSpPr/>
          <p:nvPr>
            <p:custDataLst>
              <p:tags r:id="rId37"/>
            </p:custDataLst>
          </p:nvPr>
        </p:nvGrpSpPr>
        <p:grpSpPr>
          <a:xfrm>
            <a:off x="1725521" y="2768629"/>
            <a:ext cx="1588680" cy="312420"/>
            <a:chOff x="-635000" y="-635000"/>
            <a:chExt cx="1588680" cy="312420"/>
          </a:xfrm>
        </p:grpSpPr>
        <p:sp>
          <p:nvSpPr>
            <p:cNvPr id="37" name="Text 6" descr="TEMP_Z_ORDER_15"/>
            <p:cNvSpPr/>
            <p:nvPr>
              <p:custDataLst>
                <p:tags r:id="rId38"/>
              </p:custDataLst>
            </p:nvPr>
          </p:nvSpPr>
          <p:spPr>
            <a:xfrm>
              <a:off x="-635000" y="-793312"/>
              <a:ext cx="1588680" cy="62904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Xavier初始化</a:t>
              </a:r>
              <a:endParaRPr lang="en-US" sz="1920"/>
            </a:p>
          </p:txBody>
        </p:sp>
      </p:grpSp>
      <p:grpSp>
        <p:nvGrpSpPr>
          <p:cNvPr id="45" name="组合 44"/>
          <p:cNvGrpSpPr/>
          <p:nvPr>
            <p:custDataLst>
              <p:tags r:id="rId39"/>
            </p:custDataLst>
          </p:nvPr>
        </p:nvGrpSpPr>
        <p:grpSpPr>
          <a:xfrm>
            <a:off x="8874033" y="2768629"/>
            <a:ext cx="1588680" cy="312420"/>
            <a:chOff x="-635000" y="-635000"/>
            <a:chExt cx="1588680" cy="312420"/>
          </a:xfrm>
        </p:grpSpPr>
        <p:sp>
          <p:nvSpPr>
            <p:cNvPr id="46" name="Text 7" descr="TEMP_Z_ORDER_16"/>
            <p:cNvSpPr/>
            <p:nvPr>
              <p:custDataLst>
                <p:tags r:id="rId40"/>
              </p:custDataLst>
            </p:nvPr>
          </p:nvSpPr>
          <p:spPr>
            <a:xfrm>
              <a:off x="-635000" y="-634816"/>
              <a:ext cx="1588680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实现代码</a:t>
              </a:r>
              <a:endParaRPr lang="en-US" sz="1920"/>
            </a:p>
          </p:txBody>
        </p:sp>
      </p:grpSp>
      <p:grpSp>
        <p:nvGrpSpPr>
          <p:cNvPr id="26" name="组合 25"/>
          <p:cNvGrpSpPr/>
          <p:nvPr>
            <p:custDataLst>
              <p:tags r:id="rId41"/>
            </p:custDataLst>
          </p:nvPr>
        </p:nvGrpSpPr>
        <p:grpSpPr>
          <a:xfrm>
            <a:off x="5299976" y="2784525"/>
            <a:ext cx="1588680" cy="980305"/>
            <a:chOff x="-635000" y="-637016"/>
            <a:chExt cx="1588680" cy="994130"/>
          </a:xfrm>
        </p:grpSpPr>
        <p:sp>
          <p:nvSpPr>
            <p:cNvPr id="27" name="Text 8" descr="TEMP_Z_ORDER_17"/>
            <p:cNvSpPr/>
            <p:nvPr>
              <p:custDataLst>
                <p:tags r:id="rId42"/>
              </p:custDataLst>
            </p:nvPr>
          </p:nvSpPr>
          <p:spPr>
            <a:xfrm>
              <a:off x="-630436" y="-210855"/>
              <a:ext cx="1579357" cy="56796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ctr">
                <a:lnSpc>
                  <a:spcPts val="2185"/>
                </a:lnSpc>
                <a:buClrTx/>
                <a:buSzTx/>
                <a:buFontTx/>
                <a:buNone/>
              </a:pPr>
              <a:r>
                <a:rPr lang="en-US" sz="1680">
                  <a:solidFill>
                    <a:srgbClr val="333333"/>
                  </a:solidFill>
                </a:rPr>
                <a:t>考虑ReLU对神经元的筛选特性。</a:t>
              </a:r>
              <a:endParaRPr lang="en-US" sz="1680">
                <a:solidFill>
                  <a:srgbClr val="333333"/>
                </a:solidFill>
              </a:endParaRPr>
            </a:p>
          </p:txBody>
        </p:sp>
        <p:sp>
          <p:nvSpPr>
            <p:cNvPr id="28" name="Text 9" descr="TEMP_Z_ORDER_18"/>
            <p:cNvSpPr/>
            <p:nvPr>
              <p:custDataLst>
                <p:tags r:id="rId43"/>
              </p:custDataLst>
            </p:nvPr>
          </p:nvSpPr>
          <p:spPr>
            <a:xfrm>
              <a:off x="-635000" y="-637016"/>
              <a:ext cx="1588680" cy="3164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He初始化</a:t>
              </a:r>
              <a:endParaRPr lang="en-US" sz="1920"/>
            </a:p>
          </p:txBody>
        </p: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" presetClass="entr" presetSubtype="8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4737"/>
            <a:ext cx="497394" cy="402638"/>
          </a:xfrm>
          <a:prstGeom prst="rect">
            <a:avLst/>
          </a:prstGeom>
        </p:spPr>
      </p:pic>
      <p:pic>
        <p:nvPicPr>
          <p:cNvPr id="4" name="Image 2" descr="https://test.web.static.jianzeppt.com/ppt-temp-img3/811e08f106f9fff08a1970c6a027af66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431" y="464737"/>
            <a:ext cx="313354" cy="402638"/>
          </a:xfrm>
          <a:prstGeom prst="rect">
            <a:avLst/>
          </a:prstGeom>
        </p:spPr>
      </p:pic>
      <p:sp>
        <p:nvSpPr>
          <p:cNvPr id="16" name="Text 5"/>
          <p:cNvSpPr/>
          <p:nvPr>
            <p:custDataLst>
              <p:tags r:id="rId8"/>
            </p:custDataLst>
          </p:nvPr>
        </p:nvSpPr>
        <p:spPr>
          <a:xfrm>
            <a:off x="900747" y="464306"/>
            <a:ext cx="10908924" cy="42418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0"/>
              </a:lnSpc>
              <a:buNone/>
            </a:pPr>
            <a:r>
              <a:rPr lang="zh-CN" altLang="en-US" sz="2760" b="1">
                <a:solidFill>
                  <a:srgbClr val="000000"/>
                </a:solidFill>
              </a:rPr>
              <a:t>实验</a:t>
            </a:r>
            <a:r>
              <a:rPr lang="zh-CN" altLang="en-US" sz="2760" b="1">
                <a:solidFill>
                  <a:srgbClr val="000000"/>
                </a:solidFill>
              </a:rPr>
              <a:t>框图</a:t>
            </a:r>
            <a:endParaRPr lang="zh-CN" altLang="en-US" sz="2760" b="1">
              <a:solidFill>
                <a:srgbClr val="0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6400" y="2438400"/>
            <a:ext cx="7321550" cy="268605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2"/>
            </p:custDataLst>
          </p:nvPr>
        </p:nvSpPr>
        <p:spPr>
          <a:xfrm>
            <a:off x="854111" y="2429160"/>
            <a:ext cx="2854711" cy="4953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890"/>
              </a:lnSpc>
              <a:buNone/>
            </a:pPr>
            <a:r>
              <a:rPr lang="en-US" sz="3240">
                <a:solidFill>
                  <a:srgbClr val="000000"/>
                </a:solidFill>
              </a:rPr>
              <a:t>Part.04</a:t>
            </a:r>
            <a:endParaRPr lang="en-US" sz="3240"/>
          </a:p>
        </p:txBody>
      </p:sp>
      <p:sp>
        <p:nvSpPr>
          <p:cNvPr id="3" name="Text 1"/>
          <p:cNvSpPr/>
          <p:nvPr>
            <p:custDataLst>
              <p:tags r:id="rId3"/>
            </p:custDataLst>
          </p:nvPr>
        </p:nvSpPr>
        <p:spPr>
          <a:xfrm>
            <a:off x="854112" y="3099707"/>
            <a:ext cx="10657591" cy="7391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760"/>
              </a:lnSpc>
              <a:buNone/>
            </a:pPr>
            <a:r>
              <a:rPr lang="en-US" sz="4800" b="1">
                <a:solidFill>
                  <a:srgbClr val="000000"/>
                </a:solidFill>
              </a:rPr>
              <a:t>结果与讨论</a:t>
            </a:r>
            <a:endParaRPr lang="en-US" sz="480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2" grpId="3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4737"/>
            <a:ext cx="497394" cy="402638"/>
          </a:xfrm>
          <a:prstGeom prst="rect">
            <a:avLst/>
          </a:prstGeom>
        </p:spPr>
      </p:pic>
      <p:pic>
        <p:nvPicPr>
          <p:cNvPr id="4" name="Image 2" descr="https://test.web.static.jianzeppt.com/ppt-temp-img3/811e08f106f9fff08a1970c6a027af66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431" y="464737"/>
            <a:ext cx="313354" cy="402638"/>
          </a:xfrm>
          <a:prstGeom prst="rect">
            <a:avLst/>
          </a:prstGeom>
        </p:spPr>
      </p:pic>
      <p:sp>
        <p:nvSpPr>
          <p:cNvPr id="16" name="Text 4"/>
          <p:cNvSpPr/>
          <p:nvPr>
            <p:custDataLst>
              <p:tags r:id="rId8"/>
            </p:custDataLst>
          </p:nvPr>
        </p:nvSpPr>
        <p:spPr>
          <a:xfrm>
            <a:off x="900747" y="469386"/>
            <a:ext cx="10908924" cy="4191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0"/>
              </a:lnSpc>
              <a:buNone/>
            </a:pPr>
            <a:r>
              <a:rPr lang="en-US" sz="2760" b="1">
                <a:solidFill>
                  <a:srgbClr val="000000"/>
                </a:solidFill>
              </a:rPr>
              <a:t>初始化方式对比实验结果</a:t>
            </a:r>
            <a:endParaRPr lang="en-US" sz="2760"/>
          </a:p>
        </p:txBody>
      </p:sp>
      <p:sp>
        <p:nvSpPr>
          <p:cNvPr id="6" name="文本框 5"/>
          <p:cNvSpPr txBox="1"/>
          <p:nvPr/>
        </p:nvSpPr>
        <p:spPr>
          <a:xfrm>
            <a:off x="914400" y="1143000"/>
            <a:ext cx="10661015" cy="60769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1680">
                <a:solidFill>
                  <a:srgbClr val="3E3E3E"/>
                </a:solidFill>
              </a:rPr>
              <a:t>选择不同的初始化方式，隐藏层层数为 2，神经元个数分别为 256 和 128， 使用 ReLU 激活函数，epoch=10，得到了如下实验结果：</a:t>
            </a:r>
            <a:endParaRPr lang="en-US" sz="1680">
              <a:solidFill>
                <a:srgbClr val="3E3E3E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3275" y="1752600"/>
            <a:ext cx="8045450" cy="33528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705225" y="54860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文档所给初始化方式训练 </a:t>
            </a:r>
            <a:r>
              <a:rPr lang="en-US" altLang="zh-CN" sz="16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</a:rPr>
              <a:t>10 </a:t>
            </a: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轮的损失与验证集准确率</a:t>
            </a:r>
            <a:endParaRPr lang="zh-CN" altLang="en-US" sz="1600">
              <a:solidFill>
                <a:srgbClr val="000000"/>
              </a:solidFill>
              <a:latin typeface="宋体"/>
              <a:ea typeface="宋体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4737"/>
            <a:ext cx="497394" cy="402638"/>
          </a:xfrm>
          <a:prstGeom prst="rect">
            <a:avLst/>
          </a:prstGeom>
        </p:spPr>
      </p:pic>
      <p:pic>
        <p:nvPicPr>
          <p:cNvPr id="4" name="Image 2" descr="https://test.web.static.jianzeppt.com/ppt-temp-img3/811e08f106f9fff08a1970c6a027af66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431" y="464737"/>
            <a:ext cx="313354" cy="402638"/>
          </a:xfrm>
          <a:prstGeom prst="rect">
            <a:avLst/>
          </a:prstGeom>
        </p:spPr>
      </p:pic>
      <p:sp>
        <p:nvSpPr>
          <p:cNvPr id="16" name="Text 4"/>
          <p:cNvSpPr/>
          <p:nvPr>
            <p:custDataLst>
              <p:tags r:id="rId8"/>
            </p:custDataLst>
          </p:nvPr>
        </p:nvSpPr>
        <p:spPr>
          <a:xfrm>
            <a:off x="900747" y="469386"/>
            <a:ext cx="10908924" cy="4191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0"/>
              </a:lnSpc>
              <a:buNone/>
            </a:pPr>
            <a:r>
              <a:rPr lang="en-US" sz="2760" b="1">
                <a:solidFill>
                  <a:srgbClr val="000000"/>
                </a:solidFill>
              </a:rPr>
              <a:t>初始化方式对比实验结果</a:t>
            </a:r>
            <a:endParaRPr lang="en-US" sz="2760"/>
          </a:p>
        </p:txBody>
      </p:sp>
      <p:sp>
        <p:nvSpPr>
          <p:cNvPr id="6" name="文本框 5"/>
          <p:cNvSpPr txBox="1"/>
          <p:nvPr/>
        </p:nvSpPr>
        <p:spPr>
          <a:xfrm>
            <a:off x="914400" y="1143000"/>
            <a:ext cx="10661015" cy="60769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1680">
                <a:solidFill>
                  <a:srgbClr val="3E3E3E"/>
                </a:solidFill>
              </a:rPr>
              <a:t>选择不同的初始化方式，隐藏层层数为 2，神经元个数分别为 256 和 128， 使用 ReLU 激活函数，epoch=10，得到了如下实验结果：</a:t>
            </a:r>
            <a:endParaRPr lang="en-US" sz="1680">
              <a:solidFill>
                <a:srgbClr val="3E3E3E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3275" y="1752600"/>
            <a:ext cx="8045450" cy="33528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705225" y="54860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Xavier </a:t>
            </a: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初始化方式训练</a:t>
            </a:r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 10 </a:t>
            </a: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轮的损失与验证集准确率</a:t>
            </a:r>
            <a:endParaRPr lang="zh-CN" altLang="en-US" sz="1600">
              <a:solidFill>
                <a:srgbClr val="000000"/>
              </a:solidFill>
              <a:latin typeface="宋体"/>
              <a:ea typeface="宋体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3275" y="1752600"/>
            <a:ext cx="8045450" cy="33528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4737"/>
            <a:ext cx="497394" cy="402638"/>
          </a:xfrm>
          <a:prstGeom prst="rect">
            <a:avLst/>
          </a:prstGeom>
        </p:spPr>
      </p:pic>
      <p:pic>
        <p:nvPicPr>
          <p:cNvPr id="4" name="Image 2" descr="https://test.web.static.jianzeppt.com/ppt-temp-img3/811e08f106f9fff08a1970c6a027af66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431" y="464737"/>
            <a:ext cx="313354" cy="402638"/>
          </a:xfrm>
          <a:prstGeom prst="rect">
            <a:avLst/>
          </a:prstGeom>
        </p:spPr>
      </p:pic>
      <p:sp>
        <p:nvSpPr>
          <p:cNvPr id="16" name="Text 4"/>
          <p:cNvSpPr/>
          <p:nvPr>
            <p:custDataLst>
              <p:tags r:id="rId8"/>
            </p:custDataLst>
          </p:nvPr>
        </p:nvSpPr>
        <p:spPr>
          <a:xfrm>
            <a:off x="900747" y="469386"/>
            <a:ext cx="10908924" cy="4191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0"/>
              </a:lnSpc>
              <a:buNone/>
            </a:pPr>
            <a:r>
              <a:rPr lang="en-US" sz="2760" b="1">
                <a:solidFill>
                  <a:srgbClr val="000000"/>
                </a:solidFill>
              </a:rPr>
              <a:t>初始化方式对比实验结果</a:t>
            </a:r>
            <a:endParaRPr lang="en-US" sz="2760"/>
          </a:p>
        </p:txBody>
      </p:sp>
      <p:sp>
        <p:nvSpPr>
          <p:cNvPr id="6" name="文本框 5"/>
          <p:cNvSpPr txBox="1"/>
          <p:nvPr/>
        </p:nvSpPr>
        <p:spPr>
          <a:xfrm>
            <a:off x="914400" y="1143000"/>
            <a:ext cx="10661015" cy="60769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1680">
                <a:solidFill>
                  <a:srgbClr val="3E3E3E"/>
                </a:solidFill>
              </a:rPr>
              <a:t>选择不同的初始化方式，隐藏层层数为 2，神经元个数分别为 256 和 128， 使用 ReLU 激活函数，epoch=10，得到了如下实验结果：</a:t>
            </a:r>
            <a:endParaRPr lang="en-US" sz="1680">
              <a:solidFill>
                <a:srgbClr val="3E3E3E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3275" y="1752600"/>
            <a:ext cx="8045450" cy="33528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705225" y="54860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He </a:t>
            </a: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初始化方式训练</a:t>
            </a:r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 10 </a:t>
            </a: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轮的损失与验证集准确率</a:t>
            </a:r>
            <a:endParaRPr lang="zh-CN" altLang="en-US" sz="1600">
              <a:solidFill>
                <a:srgbClr val="000000"/>
              </a:solidFill>
              <a:latin typeface="宋体"/>
              <a:ea typeface="宋体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3275" y="1752600"/>
            <a:ext cx="8045450" cy="33528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4737"/>
            <a:ext cx="497394" cy="402638"/>
          </a:xfrm>
          <a:prstGeom prst="rect">
            <a:avLst/>
          </a:prstGeom>
        </p:spPr>
      </p:pic>
      <p:pic>
        <p:nvPicPr>
          <p:cNvPr id="4" name="Image 2" descr="https://test.web.static.jianzeppt.com/ppt-temp-img3/811e08f106f9fff08a1970c6a027af66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431" y="464737"/>
            <a:ext cx="313354" cy="402638"/>
          </a:xfrm>
          <a:prstGeom prst="rect">
            <a:avLst/>
          </a:prstGeom>
        </p:spPr>
      </p:pic>
      <p:sp>
        <p:nvSpPr>
          <p:cNvPr id="16" name="Text 4"/>
          <p:cNvSpPr/>
          <p:nvPr>
            <p:custDataLst>
              <p:tags r:id="rId8"/>
            </p:custDataLst>
          </p:nvPr>
        </p:nvSpPr>
        <p:spPr>
          <a:xfrm>
            <a:off x="900747" y="464306"/>
            <a:ext cx="10908924" cy="42418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0"/>
              </a:lnSpc>
              <a:buNone/>
            </a:pPr>
            <a:r>
              <a:rPr lang="zh-CN" altLang="en-US" sz="2760">
                <a:solidFill>
                  <a:srgbClr val="000000"/>
                </a:solidFill>
              </a:rPr>
              <a:t>参数调优实验结果</a:t>
            </a:r>
            <a:endParaRPr lang="zh-CN" altLang="en-US" sz="2760">
              <a:solidFill>
                <a:srgbClr val="000000"/>
              </a:solidFill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3380740" y="2824798"/>
          <a:ext cx="5430520" cy="1208405"/>
        </p:xfrm>
        <a:graphic>
          <a:graphicData uri="http://schemas.openxmlformats.org/drawingml/2006/table">
            <a:tbl>
              <a:tblPr/>
              <a:tblGrid>
                <a:gridCol w="699770"/>
                <a:gridCol w="881380"/>
                <a:gridCol w="948055"/>
                <a:gridCol w="587375"/>
                <a:gridCol w="772795"/>
                <a:gridCol w="622300"/>
                <a:gridCol w="918845"/>
              </a:tblGrid>
              <a:tr h="405130">
                <a:tc>
                  <a:txBody>
                    <a:bodyPr/>
                    <a:p>
                      <a:pPr marL="115570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Baseline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82245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[256,128]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06070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ReLU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5895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0.01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21310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64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205740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1e-4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275590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0.9805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8780">
                <a:tc>
                  <a:txBody>
                    <a:bodyPr/>
                    <a:p>
                      <a:pPr marL="233045" indent="0" algn="l" eaLnBrk="0" fontAlgn="base">
                        <a:spcBef>
                          <a:spcPts val="100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组</a:t>
                      </a: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 </a:t>
                      </a: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1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82245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[512,256]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0335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LeakyReLU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2240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0.005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297815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128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205740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1e-3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275590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0.9715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4495">
                <a:tc>
                  <a:txBody>
                    <a:bodyPr/>
                    <a:p>
                      <a:pPr marL="233045" indent="0" algn="l" eaLnBrk="0" fontAlgn="base">
                        <a:spcBef>
                          <a:spcPts val="100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组</a:t>
                      </a: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 </a:t>
                      </a: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2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299720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[128]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38455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Tanh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5895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0.02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20675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32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280670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0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275590" indent="0" algn="l" eaLnBrk="0" fontAlgn="base">
                        <a:spcBef>
                          <a:spcPts val="1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0.9793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/>
          <p:nvPr/>
        </p:nvGraphicFramePr>
        <p:xfrm>
          <a:off x="3380740" y="1828483"/>
          <a:ext cx="5430520" cy="998855"/>
        </p:xfrm>
        <a:graphic>
          <a:graphicData uri="http://schemas.openxmlformats.org/drawingml/2006/table">
            <a:tbl>
              <a:tblPr/>
              <a:tblGrid>
                <a:gridCol w="699770"/>
                <a:gridCol w="881380"/>
                <a:gridCol w="948055"/>
                <a:gridCol w="587375"/>
                <a:gridCol w="772795"/>
                <a:gridCol w="620395"/>
                <a:gridCol w="918845"/>
              </a:tblGrid>
              <a:tr h="998855">
                <a:tc>
                  <a:txBody>
                    <a:bodyPr/>
                    <a:p>
                      <a:pPr marL="85725" indent="0">
                        <a:lnSpc>
                          <a:spcPct val="12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10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marL="85725" indent="0" algn="l" eaLnBrk="0" fontAlgn="base">
                        <a:lnSpc>
                          <a:spcPct val="12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 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marL="151130" indent="0" algn="l" eaLnBrk="0" fontAlgn="base"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实验组</a:t>
                      </a:r>
                      <a:endParaRPr lang="zh-CN" sz="110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 eaLnBrk="0" fontAlgn="base">
                        <a:lnSpc>
                          <a:spcPct val="1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 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marL="307340" indent="-61595" algn="l" eaLnBrk="0" fontAlgn="base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隐藏层</a:t>
                      </a:r>
                      <a:r>
                        <a:rPr lang="zh-CN" sz="11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结构</a:t>
                      </a:r>
                      <a:endParaRPr lang="zh-CN" sz="110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 eaLnBrk="0" fontAlgn="base">
                        <a:lnSpc>
                          <a:spcPct val="12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 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marL="85725" indent="0" algn="l" eaLnBrk="0" fontAlgn="base">
                        <a:lnSpc>
                          <a:spcPct val="12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 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marL="204470" indent="0" algn="l" eaLnBrk="0" fontAlgn="base"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激活函数</a:t>
                      </a:r>
                      <a:endParaRPr lang="zh-CN" sz="110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 eaLnBrk="0" fontAlgn="base">
                        <a:lnSpc>
                          <a:spcPct val="12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 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marL="85725" indent="0" algn="l" eaLnBrk="0" fontAlgn="base">
                        <a:lnSpc>
                          <a:spcPct val="12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 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marL="95250" indent="0" algn="l" eaLnBrk="0" fontAlgn="base"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学习率</a:t>
                      </a:r>
                      <a:endParaRPr lang="zh-CN" sz="110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 eaLnBrk="0" fontAlgn="base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 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marL="85725" indent="0" algn="l" eaLnBrk="0" fontAlgn="base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 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marL="96520" indent="0" algn="l" eaLnBrk="0" fontAlgn="base"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Batch</a:t>
                      </a: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 </a:t>
                      </a: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Size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 eaLnBrk="0" fontAlgn="base">
                        <a:lnSpc>
                          <a:spcPct val="12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 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marL="85725" indent="0" algn="l" eaLnBrk="0" fontAlgn="base">
                        <a:lnSpc>
                          <a:spcPct val="12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 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marL="87630" indent="0" algn="l" eaLnBrk="0" fontAlgn="base"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L2</a:t>
                      </a: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 </a:t>
                      </a:r>
                      <a:r>
                        <a:rPr lang="zh-CN" sz="11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系数</a:t>
                      </a:r>
                      <a:endParaRPr lang="zh-CN" sz="110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259080" indent="0" algn="l" eaLnBrk="0" fontAlgn="base">
                        <a:spcBef>
                          <a:spcPts val="100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验证集</a:t>
                      </a:r>
                      <a:endParaRPr lang="zh-CN" sz="110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  <a:p>
                      <a:pPr marL="198120" indent="62230" algn="l" eaLnBrk="0" fontAlgn="base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准确率</a:t>
                      </a:r>
                      <a:r>
                        <a:rPr lang="zh-CN" sz="11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（最佳）</a:t>
                      </a:r>
                      <a:endParaRPr lang="zh-CN" sz="110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4737"/>
            <a:ext cx="497394" cy="402638"/>
          </a:xfrm>
          <a:prstGeom prst="rect">
            <a:avLst/>
          </a:prstGeom>
        </p:spPr>
      </p:pic>
      <p:pic>
        <p:nvPicPr>
          <p:cNvPr id="4" name="Image 2" descr="https://test.web.static.jianzeppt.com/ppt-temp-img3/811e08f106f9fff08a1970c6a027af66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431" y="464737"/>
            <a:ext cx="313354" cy="402638"/>
          </a:xfrm>
          <a:prstGeom prst="rect">
            <a:avLst/>
          </a:prstGeom>
        </p:spPr>
      </p:pic>
      <p:sp>
        <p:nvSpPr>
          <p:cNvPr id="16" name="Text 4"/>
          <p:cNvSpPr/>
          <p:nvPr>
            <p:custDataLst>
              <p:tags r:id="rId8"/>
            </p:custDataLst>
          </p:nvPr>
        </p:nvSpPr>
        <p:spPr>
          <a:xfrm>
            <a:off x="900747" y="464306"/>
            <a:ext cx="10908924" cy="42418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0"/>
              </a:lnSpc>
              <a:buNone/>
            </a:pPr>
            <a:r>
              <a:rPr lang="zh-CN" altLang="en-US" sz="2760">
                <a:solidFill>
                  <a:srgbClr val="000000"/>
                </a:solidFill>
              </a:rPr>
              <a:t>参数调优实验结果</a:t>
            </a:r>
            <a:endParaRPr lang="zh-CN" altLang="en-US" sz="2760">
              <a:solidFill>
                <a:srgbClr val="0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05225" y="54860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Baseline </a:t>
            </a: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组的损失曲线与验证集准确率曲线</a:t>
            </a:r>
            <a:endParaRPr lang="zh-CN" altLang="en-US" sz="1600">
              <a:solidFill>
                <a:srgbClr val="000000"/>
              </a:solidFill>
              <a:latin typeface="宋体"/>
              <a:ea typeface="宋体"/>
            </a:endParaRPr>
          </a:p>
        </p:txBody>
      </p:sp>
      <p:pic>
        <p:nvPicPr>
          <p:cNvPr id="24" name="IM 24"/>
          <p:cNvPicPr/>
          <p:nvPr/>
        </p:nvPicPr>
        <p:blipFill>
          <a:blip r:embed="rId9"/>
          <a:stretch>
            <a:fillRect/>
          </a:stretch>
        </p:blipFill>
        <p:spPr>
          <a:xfrm>
            <a:off x="3462655" y="2332038"/>
            <a:ext cx="5266690" cy="219392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4737"/>
            <a:ext cx="497394" cy="402638"/>
          </a:xfrm>
          <a:prstGeom prst="rect">
            <a:avLst/>
          </a:prstGeom>
        </p:spPr>
      </p:pic>
      <p:pic>
        <p:nvPicPr>
          <p:cNvPr id="4" name="Image 2" descr="https://test.web.static.jianzeppt.com/ppt-temp-img3/811e08f106f9fff08a1970c6a027af66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431" y="464737"/>
            <a:ext cx="313354" cy="402638"/>
          </a:xfrm>
          <a:prstGeom prst="rect">
            <a:avLst/>
          </a:prstGeom>
        </p:spPr>
      </p:pic>
      <p:sp>
        <p:nvSpPr>
          <p:cNvPr id="16" name="Text 4"/>
          <p:cNvSpPr/>
          <p:nvPr>
            <p:custDataLst>
              <p:tags r:id="rId8"/>
            </p:custDataLst>
          </p:nvPr>
        </p:nvSpPr>
        <p:spPr>
          <a:xfrm>
            <a:off x="900747" y="464306"/>
            <a:ext cx="10908924" cy="42418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0"/>
              </a:lnSpc>
              <a:buNone/>
            </a:pPr>
            <a:r>
              <a:rPr lang="zh-CN" altLang="en-US" sz="2760">
                <a:solidFill>
                  <a:srgbClr val="000000"/>
                </a:solidFill>
              </a:rPr>
              <a:t>参数调优实验结果</a:t>
            </a:r>
            <a:endParaRPr lang="zh-CN" altLang="en-US" sz="2760">
              <a:solidFill>
                <a:srgbClr val="0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05225" y="54860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组</a:t>
            </a:r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 1 </a:t>
            </a: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的损失曲线与验证集准确率曲线</a:t>
            </a:r>
            <a:endParaRPr lang="zh-CN" altLang="en-US" sz="1600">
              <a:solidFill>
                <a:srgbClr val="000000"/>
              </a:solidFill>
              <a:latin typeface="宋体"/>
              <a:ea typeface="宋体"/>
            </a:endParaRPr>
          </a:p>
        </p:txBody>
      </p:sp>
      <p:pic>
        <p:nvPicPr>
          <p:cNvPr id="26" name="IM 26"/>
          <p:cNvPicPr/>
          <p:nvPr/>
        </p:nvPicPr>
        <p:blipFill>
          <a:blip r:embed="rId9"/>
          <a:stretch>
            <a:fillRect/>
          </a:stretch>
        </p:blipFill>
        <p:spPr>
          <a:xfrm>
            <a:off x="3462655" y="2331720"/>
            <a:ext cx="5266690" cy="219456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4737"/>
            <a:ext cx="497394" cy="402638"/>
          </a:xfrm>
          <a:prstGeom prst="rect">
            <a:avLst/>
          </a:prstGeom>
        </p:spPr>
      </p:pic>
      <p:pic>
        <p:nvPicPr>
          <p:cNvPr id="4" name="Image 2" descr="https://test.web.static.jianzeppt.com/ppt-temp-img3/811e08f106f9fff08a1970c6a027af66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431" y="464737"/>
            <a:ext cx="313354" cy="402638"/>
          </a:xfrm>
          <a:prstGeom prst="rect">
            <a:avLst/>
          </a:prstGeom>
        </p:spPr>
      </p:pic>
      <p:sp>
        <p:nvSpPr>
          <p:cNvPr id="16" name="Text 4"/>
          <p:cNvSpPr/>
          <p:nvPr>
            <p:custDataLst>
              <p:tags r:id="rId8"/>
            </p:custDataLst>
          </p:nvPr>
        </p:nvSpPr>
        <p:spPr>
          <a:xfrm>
            <a:off x="900747" y="464306"/>
            <a:ext cx="10908924" cy="42418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0"/>
              </a:lnSpc>
              <a:buNone/>
            </a:pPr>
            <a:r>
              <a:rPr lang="zh-CN" altLang="en-US" sz="2760">
                <a:solidFill>
                  <a:srgbClr val="000000"/>
                </a:solidFill>
              </a:rPr>
              <a:t>参数调优实验结果</a:t>
            </a:r>
            <a:endParaRPr lang="zh-CN" altLang="en-US" sz="2760">
              <a:solidFill>
                <a:srgbClr val="0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05225" y="54860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组</a:t>
            </a:r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 2 </a:t>
            </a: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的损失曲线与验证集准确率曲线</a:t>
            </a:r>
            <a:endParaRPr lang="zh-CN" altLang="en-US" sz="1600">
              <a:solidFill>
                <a:srgbClr val="000000"/>
              </a:solidFill>
              <a:latin typeface="宋体"/>
              <a:ea typeface="宋体"/>
            </a:endParaRPr>
          </a:p>
        </p:txBody>
      </p:sp>
      <p:pic>
        <p:nvPicPr>
          <p:cNvPr id="28" name="IM 28"/>
          <p:cNvPicPr/>
          <p:nvPr/>
        </p:nvPicPr>
        <p:blipFill>
          <a:blip r:embed="rId9"/>
          <a:stretch>
            <a:fillRect/>
          </a:stretch>
        </p:blipFill>
        <p:spPr>
          <a:xfrm>
            <a:off x="3462655" y="2332038"/>
            <a:ext cx="5266690" cy="219392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4737"/>
            <a:ext cx="497394" cy="402638"/>
          </a:xfrm>
          <a:prstGeom prst="rect">
            <a:avLst/>
          </a:prstGeom>
        </p:spPr>
      </p:pic>
      <p:pic>
        <p:nvPicPr>
          <p:cNvPr id="4" name="Image 2" descr="https://test.web.static.jianzeppt.com/ppt-temp-img3/811e08f106f9fff08a1970c6a027af66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431" y="464737"/>
            <a:ext cx="313354" cy="402638"/>
          </a:xfrm>
          <a:prstGeom prst="rect">
            <a:avLst/>
          </a:prstGeom>
        </p:spPr>
      </p:pic>
      <p:sp>
        <p:nvSpPr>
          <p:cNvPr id="16" name="Text 4"/>
          <p:cNvSpPr/>
          <p:nvPr>
            <p:custDataLst>
              <p:tags r:id="rId8"/>
            </p:custDataLst>
          </p:nvPr>
        </p:nvSpPr>
        <p:spPr>
          <a:xfrm>
            <a:off x="900747" y="464306"/>
            <a:ext cx="10908924" cy="42418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0"/>
              </a:lnSpc>
              <a:buNone/>
            </a:pPr>
            <a:r>
              <a:rPr lang="zh-CN" altLang="en-US" sz="2760">
                <a:solidFill>
                  <a:srgbClr val="000000"/>
                </a:solidFill>
              </a:rPr>
              <a:t>混淆矩阵与分类错误案例可视化</a:t>
            </a:r>
            <a:endParaRPr lang="zh-CN" altLang="en-US" sz="2760">
              <a:solidFill>
                <a:srgbClr val="000000"/>
              </a:solidFill>
            </a:endParaRPr>
          </a:p>
        </p:txBody>
      </p:sp>
      <p:pic>
        <p:nvPicPr>
          <p:cNvPr id="30" name="IM 30"/>
          <p:cNvPicPr/>
          <p:nvPr/>
        </p:nvPicPr>
        <p:blipFill>
          <a:blip r:embed="rId9"/>
          <a:stretch>
            <a:fillRect/>
          </a:stretch>
        </p:blipFill>
        <p:spPr>
          <a:xfrm>
            <a:off x="1447483" y="1524000"/>
            <a:ext cx="4319905" cy="4319270"/>
          </a:xfrm>
          <a:prstGeom prst="rect">
            <a:avLst/>
          </a:prstGeom>
        </p:spPr>
      </p:pic>
      <p:pic>
        <p:nvPicPr>
          <p:cNvPr id="32" name="IM 32"/>
          <p:cNvPicPr/>
          <p:nvPr/>
        </p:nvPicPr>
        <p:blipFill>
          <a:blip r:embed="rId10"/>
          <a:stretch>
            <a:fillRect/>
          </a:stretch>
        </p:blipFill>
        <p:spPr>
          <a:xfrm>
            <a:off x="7467283" y="1447800"/>
            <a:ext cx="4319905" cy="431927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9c163616fc205a1274581a318eaa05d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4737"/>
            <a:ext cx="497394" cy="402638"/>
          </a:xfrm>
          <a:prstGeom prst="rect">
            <a:avLst/>
          </a:prstGeom>
        </p:spPr>
      </p:pic>
      <p:pic>
        <p:nvPicPr>
          <p:cNvPr id="4" name="Image 2" descr="https://test.web.static.jianzeppt.com/ppt-temp-img3/811e08f106f9fff08a1970c6a027af66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431" y="464737"/>
            <a:ext cx="313354" cy="402638"/>
          </a:xfrm>
          <a:prstGeom prst="rect">
            <a:avLst/>
          </a:prstGeom>
        </p:spPr>
      </p:pic>
      <p:grpSp>
        <p:nvGrpSpPr>
          <p:cNvPr id="39" name="组合 38"/>
          <p:cNvGrpSpPr/>
          <p:nvPr>
            <p:custDataLst>
              <p:tags r:id="rId8"/>
            </p:custDataLst>
          </p:nvPr>
        </p:nvGrpSpPr>
        <p:grpSpPr>
          <a:xfrm>
            <a:off x="6395954" y="3970836"/>
            <a:ext cx="498960" cy="498960"/>
            <a:chOff x="-635000" y="-635000"/>
            <a:chExt cx="498960" cy="498960"/>
          </a:xfrm>
        </p:grpSpPr>
        <p:pic>
          <p:nvPicPr>
            <p:cNvPr id="40" name="Image 3" descr="TEMP_Z_ORDER_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98960" cy="498960"/>
            </a:xfrm>
            <a:prstGeom prst="rect">
              <a:avLst/>
            </a:prstGeom>
          </p:spPr>
        </p:pic>
      </p:grpSp>
      <p:grpSp>
        <p:nvGrpSpPr>
          <p:cNvPr id="33" name="组合 32"/>
          <p:cNvGrpSpPr/>
          <p:nvPr>
            <p:custDataLst>
              <p:tags r:id="rId12"/>
            </p:custDataLst>
          </p:nvPr>
        </p:nvGrpSpPr>
        <p:grpSpPr>
          <a:xfrm>
            <a:off x="2843862" y="3970836"/>
            <a:ext cx="498960" cy="498960"/>
            <a:chOff x="-635000" y="-635000"/>
            <a:chExt cx="498960" cy="498960"/>
          </a:xfrm>
        </p:grpSpPr>
        <p:pic>
          <p:nvPicPr>
            <p:cNvPr id="34" name="Image 4" descr="TEMP_Z_ORDER_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98960" cy="498960"/>
            </a:xfrm>
            <a:prstGeom prst="rect">
              <a:avLst/>
            </a:prstGeom>
          </p:spPr>
        </p:pic>
      </p:grpSp>
      <p:grpSp>
        <p:nvGrpSpPr>
          <p:cNvPr id="45" name="组合 44"/>
          <p:cNvGrpSpPr/>
          <p:nvPr>
            <p:custDataLst>
              <p:tags r:id="rId16"/>
            </p:custDataLst>
          </p:nvPr>
        </p:nvGrpSpPr>
        <p:grpSpPr>
          <a:xfrm>
            <a:off x="4619907" y="1537352"/>
            <a:ext cx="498960" cy="498960"/>
            <a:chOff x="-635000" y="-635000"/>
            <a:chExt cx="498960" cy="498960"/>
          </a:xfrm>
        </p:grpSpPr>
        <p:pic>
          <p:nvPicPr>
            <p:cNvPr id="46" name="Image 5" descr="TEMP_Z_ORDER_5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98960" cy="498960"/>
            </a:xfrm>
            <a:prstGeom prst="rect">
              <a:avLst/>
            </a:prstGeom>
          </p:spPr>
        </p:pic>
      </p:grpSp>
      <p:grpSp>
        <p:nvGrpSpPr>
          <p:cNvPr id="27" name="组合 26"/>
          <p:cNvGrpSpPr/>
          <p:nvPr>
            <p:custDataLst>
              <p:tags r:id="rId20"/>
            </p:custDataLst>
          </p:nvPr>
        </p:nvGrpSpPr>
        <p:grpSpPr>
          <a:xfrm>
            <a:off x="8172001" y="1537352"/>
            <a:ext cx="498960" cy="498960"/>
            <a:chOff x="-635000" y="-635000"/>
            <a:chExt cx="498960" cy="498960"/>
          </a:xfrm>
        </p:grpSpPr>
        <p:pic>
          <p:nvPicPr>
            <p:cNvPr id="28" name="Image 6" descr="TEMP_Z_ORDER_6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98960" cy="498960"/>
            </a:xfrm>
            <a:prstGeom prst="rect">
              <a:avLst/>
            </a:prstGeom>
          </p:spPr>
        </p:pic>
      </p:grpSp>
      <p:grpSp>
        <p:nvGrpSpPr>
          <p:cNvPr id="21" name="组合 20"/>
          <p:cNvGrpSpPr/>
          <p:nvPr>
            <p:custDataLst>
              <p:tags r:id="rId24"/>
            </p:custDataLst>
          </p:nvPr>
        </p:nvGrpSpPr>
        <p:grpSpPr>
          <a:xfrm>
            <a:off x="1067816" y="1537352"/>
            <a:ext cx="498960" cy="498960"/>
            <a:chOff x="-635000" y="-635000"/>
            <a:chExt cx="498960" cy="498960"/>
          </a:xfrm>
        </p:grpSpPr>
        <p:pic>
          <p:nvPicPr>
            <p:cNvPr id="22" name="Image 7" descr="TEMP_Z_ORDER_7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98960" cy="498960"/>
            </a:xfrm>
            <a:prstGeom prst="rect">
              <a:avLst/>
            </a:prstGeom>
          </p:spPr>
        </p:pic>
      </p:grpSp>
      <p:grpSp>
        <p:nvGrpSpPr>
          <p:cNvPr id="35" name="组合 34"/>
          <p:cNvGrpSpPr/>
          <p:nvPr>
            <p:custDataLst>
              <p:tags r:id="rId28"/>
            </p:custDataLst>
          </p:nvPr>
        </p:nvGrpSpPr>
        <p:grpSpPr>
          <a:xfrm>
            <a:off x="2847466" y="4621661"/>
            <a:ext cx="2954117" cy="312420"/>
            <a:chOff x="-635000" y="-635000"/>
            <a:chExt cx="2954117" cy="312420"/>
          </a:xfrm>
        </p:grpSpPr>
        <p:sp>
          <p:nvSpPr>
            <p:cNvPr id="36" name="Text 0" descr="TEMP_Z_ORDER_8"/>
            <p:cNvSpPr/>
            <p:nvPr>
              <p:custDataLst>
                <p:tags r:id="rId29"/>
              </p:custDataLst>
            </p:nvPr>
          </p:nvSpPr>
          <p:spPr>
            <a:xfrm>
              <a:off x="-635000" y="-634816"/>
              <a:ext cx="2954117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激活函数</a:t>
              </a:r>
              <a:endParaRPr lang="en-US" sz="1920"/>
            </a:p>
          </p:txBody>
        </p:sp>
      </p:grpSp>
      <p:grpSp>
        <p:nvGrpSpPr>
          <p:cNvPr id="29" name="组合 28"/>
          <p:cNvGrpSpPr/>
          <p:nvPr>
            <p:custDataLst>
              <p:tags r:id="rId30"/>
            </p:custDataLst>
          </p:nvPr>
        </p:nvGrpSpPr>
        <p:grpSpPr>
          <a:xfrm>
            <a:off x="8175605" y="2188178"/>
            <a:ext cx="2954117" cy="312420"/>
            <a:chOff x="-635000" y="-635000"/>
            <a:chExt cx="2954117" cy="312420"/>
          </a:xfrm>
        </p:grpSpPr>
        <p:sp>
          <p:nvSpPr>
            <p:cNvPr id="30" name="Text 1" descr="TEMP_Z_ORDER_9"/>
            <p:cNvSpPr/>
            <p:nvPr>
              <p:custDataLst>
                <p:tags r:id="rId31"/>
              </p:custDataLst>
            </p:nvPr>
          </p:nvSpPr>
          <p:spPr>
            <a:xfrm>
              <a:off x="-635000" y="-634816"/>
              <a:ext cx="2954117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BatchSize</a:t>
              </a:r>
              <a:endParaRPr lang="en-US" sz="1920"/>
            </a:p>
          </p:txBody>
        </p:sp>
      </p:grpSp>
      <p:grpSp>
        <p:nvGrpSpPr>
          <p:cNvPr id="47" name="组合 46"/>
          <p:cNvGrpSpPr/>
          <p:nvPr>
            <p:custDataLst>
              <p:tags r:id="rId32"/>
            </p:custDataLst>
          </p:nvPr>
        </p:nvGrpSpPr>
        <p:grpSpPr>
          <a:xfrm>
            <a:off x="4623512" y="2188178"/>
            <a:ext cx="2954117" cy="312420"/>
            <a:chOff x="-635000" y="-635000"/>
            <a:chExt cx="2954117" cy="312420"/>
          </a:xfrm>
        </p:grpSpPr>
        <p:sp>
          <p:nvSpPr>
            <p:cNvPr id="48" name="Text 2" descr="TEMP_Z_ORDER_10"/>
            <p:cNvSpPr/>
            <p:nvPr>
              <p:custDataLst>
                <p:tags r:id="rId33"/>
              </p:custDataLst>
            </p:nvPr>
          </p:nvSpPr>
          <p:spPr>
            <a:xfrm>
              <a:off x="-635000" y="-634816"/>
              <a:ext cx="2954117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学习率</a:t>
              </a:r>
              <a:endParaRPr lang="en-US" sz="1920"/>
            </a:p>
          </p:txBody>
        </p:sp>
      </p:grpSp>
      <p:grpSp>
        <p:nvGrpSpPr>
          <p:cNvPr id="23" name="组合 22"/>
          <p:cNvGrpSpPr/>
          <p:nvPr>
            <p:custDataLst>
              <p:tags r:id="rId34"/>
            </p:custDataLst>
          </p:nvPr>
        </p:nvGrpSpPr>
        <p:grpSpPr>
          <a:xfrm>
            <a:off x="1071420" y="2188178"/>
            <a:ext cx="2954117" cy="312420"/>
            <a:chOff x="-635000" y="-635000"/>
            <a:chExt cx="2954117" cy="312420"/>
          </a:xfrm>
        </p:grpSpPr>
        <p:sp>
          <p:nvSpPr>
            <p:cNvPr id="24" name="Text 3" descr="TEMP_Z_ORDER_11"/>
            <p:cNvSpPr/>
            <p:nvPr>
              <p:custDataLst>
                <p:tags r:id="rId35"/>
              </p:custDataLst>
            </p:nvPr>
          </p:nvSpPr>
          <p:spPr>
            <a:xfrm>
              <a:off x="-635000" y="-634816"/>
              <a:ext cx="2954117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隐藏层结构</a:t>
              </a:r>
              <a:endParaRPr lang="en-US" sz="1920"/>
            </a:p>
          </p:txBody>
        </p:sp>
      </p:grpSp>
      <p:sp>
        <p:nvSpPr>
          <p:cNvPr id="14" name="Text 4"/>
          <p:cNvSpPr/>
          <p:nvPr>
            <p:custDataLst>
              <p:tags r:id="rId36"/>
            </p:custDataLst>
          </p:nvPr>
        </p:nvSpPr>
        <p:spPr>
          <a:xfrm>
            <a:off x="900747" y="464306"/>
            <a:ext cx="10908924" cy="42418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10"/>
              </a:lnSpc>
              <a:buNone/>
            </a:pPr>
            <a:r>
              <a:rPr lang="en-US" sz="2760">
                <a:solidFill>
                  <a:srgbClr val="000000"/>
                </a:solidFill>
              </a:rPr>
              <a:t>模型超参数优化结果</a:t>
            </a:r>
            <a:endParaRPr lang="en-US" sz="2760"/>
          </a:p>
        </p:txBody>
      </p:sp>
      <p:grpSp>
        <p:nvGrpSpPr>
          <p:cNvPr id="31" name="组合 30"/>
          <p:cNvGrpSpPr/>
          <p:nvPr>
            <p:custDataLst>
              <p:tags r:id="rId37"/>
            </p:custDataLst>
          </p:nvPr>
        </p:nvGrpSpPr>
        <p:grpSpPr>
          <a:xfrm>
            <a:off x="8177046" y="2641748"/>
            <a:ext cx="2951238" cy="548640"/>
            <a:chOff x="-635000" y="-635000"/>
            <a:chExt cx="2951238" cy="548640"/>
          </a:xfrm>
        </p:grpSpPr>
        <p:sp>
          <p:nvSpPr>
            <p:cNvPr id="32" name="Text 5" descr="TEMP_Z_ORDER_13"/>
            <p:cNvSpPr/>
            <p:nvPr>
              <p:custDataLst>
                <p:tags r:id="rId38"/>
              </p:custDataLst>
            </p:nvPr>
          </p:nvSpPr>
          <p:spPr>
            <a:xfrm>
              <a:off x="-635000" y="-635000"/>
              <a:ext cx="2951238" cy="550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000000"/>
                  </a:solidFill>
                </a:rPr>
                <a:t>64平衡梯度稳定性与更新效率，32波动大，128收敛慢。</a:t>
              </a:r>
              <a:endParaRPr lang="en-US" sz="1680"/>
            </a:p>
          </p:txBody>
        </p:sp>
      </p:grpSp>
      <p:grpSp>
        <p:nvGrpSpPr>
          <p:cNvPr id="37" name="组合 36"/>
          <p:cNvGrpSpPr/>
          <p:nvPr>
            <p:custDataLst>
              <p:tags r:id="rId39"/>
            </p:custDataLst>
          </p:nvPr>
        </p:nvGrpSpPr>
        <p:grpSpPr>
          <a:xfrm>
            <a:off x="2848907" y="5075232"/>
            <a:ext cx="2951238" cy="822960"/>
            <a:chOff x="-635000" y="-635000"/>
            <a:chExt cx="2951238" cy="822960"/>
          </a:xfrm>
        </p:grpSpPr>
        <p:sp>
          <p:nvSpPr>
            <p:cNvPr id="38" name="Text 6" descr="TEMP_Z_ORDER_14"/>
            <p:cNvSpPr/>
            <p:nvPr>
              <p:custDataLst>
                <p:tags r:id="rId40"/>
              </p:custDataLst>
            </p:nvPr>
          </p:nvSpPr>
          <p:spPr>
            <a:xfrm>
              <a:off x="-635000" y="-635000"/>
              <a:ext cx="2951238" cy="8277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000000"/>
                  </a:solidFill>
                </a:rPr>
                <a:t>ReLU收敛快且稳定，Tanh精度接近但梯度易饱和，LeakyReLU未体现优势。</a:t>
              </a:r>
              <a:endParaRPr lang="en-US" sz="1680"/>
            </a:p>
          </p:txBody>
        </p:sp>
      </p:grpSp>
      <p:grpSp>
        <p:nvGrpSpPr>
          <p:cNvPr id="41" name="组合 40"/>
          <p:cNvGrpSpPr/>
          <p:nvPr>
            <p:custDataLst>
              <p:tags r:id="rId41"/>
            </p:custDataLst>
          </p:nvPr>
        </p:nvGrpSpPr>
        <p:grpSpPr>
          <a:xfrm>
            <a:off x="6400998" y="5075232"/>
            <a:ext cx="2951238" cy="822960"/>
            <a:chOff x="-635000" y="-635000"/>
            <a:chExt cx="2951238" cy="822960"/>
          </a:xfrm>
        </p:grpSpPr>
        <p:sp>
          <p:nvSpPr>
            <p:cNvPr id="42" name="Text 7" descr="TEMP_Z_ORDER_15"/>
            <p:cNvSpPr/>
            <p:nvPr>
              <p:custDataLst>
                <p:tags r:id="rId42"/>
              </p:custDataLst>
            </p:nvPr>
          </p:nvSpPr>
          <p:spPr>
            <a:xfrm>
              <a:off x="-635000" y="-635000"/>
              <a:ext cx="2951238" cy="8277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000000"/>
                  </a:solidFill>
                </a:rPr>
                <a:t>1e-4适中，过强（1e-3）欠拟合，无正则化（0）有过拟合倾向。</a:t>
              </a:r>
              <a:endParaRPr lang="en-US" sz="1680"/>
            </a:p>
          </p:txBody>
        </p:sp>
      </p:grpSp>
      <p:grpSp>
        <p:nvGrpSpPr>
          <p:cNvPr id="25" name="组合 24"/>
          <p:cNvGrpSpPr/>
          <p:nvPr>
            <p:custDataLst>
              <p:tags r:id="rId43"/>
            </p:custDataLst>
          </p:nvPr>
        </p:nvGrpSpPr>
        <p:grpSpPr>
          <a:xfrm>
            <a:off x="1072861" y="2641748"/>
            <a:ext cx="2951238" cy="822960"/>
            <a:chOff x="-635000" y="-635000"/>
            <a:chExt cx="2951238" cy="822960"/>
          </a:xfrm>
        </p:grpSpPr>
        <p:sp>
          <p:nvSpPr>
            <p:cNvPr id="26" name="Text 8" descr="TEMP_Z_ORDER_16"/>
            <p:cNvSpPr/>
            <p:nvPr>
              <p:custDataLst>
                <p:tags r:id="rId44"/>
              </p:custDataLst>
            </p:nvPr>
          </p:nvSpPr>
          <p:spPr>
            <a:xfrm>
              <a:off x="-635000" y="-635000"/>
              <a:ext cx="2951238" cy="8277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000000"/>
                  </a:solidFill>
                </a:rPr>
                <a:t>[256,128]两层结构最佳，过宽（[512,256]）或过浅（[128]）均影响性能。</a:t>
              </a:r>
              <a:endParaRPr lang="en-US" sz="1680"/>
            </a:p>
          </p:txBody>
        </p:sp>
      </p:grpSp>
      <p:grpSp>
        <p:nvGrpSpPr>
          <p:cNvPr id="43" name="组合 42"/>
          <p:cNvGrpSpPr/>
          <p:nvPr>
            <p:custDataLst>
              <p:tags r:id="rId45"/>
            </p:custDataLst>
          </p:nvPr>
        </p:nvGrpSpPr>
        <p:grpSpPr>
          <a:xfrm>
            <a:off x="6399557" y="4621661"/>
            <a:ext cx="2954117" cy="312420"/>
            <a:chOff x="-635000" y="-635000"/>
            <a:chExt cx="2954117" cy="312420"/>
          </a:xfrm>
        </p:grpSpPr>
        <p:sp>
          <p:nvSpPr>
            <p:cNvPr id="44" name="Text 9" descr="TEMP_Z_ORDER_17"/>
            <p:cNvSpPr/>
            <p:nvPr>
              <p:custDataLst>
                <p:tags r:id="rId46"/>
              </p:custDataLst>
            </p:nvPr>
          </p:nvSpPr>
          <p:spPr>
            <a:xfrm>
              <a:off x="-635000" y="-634816"/>
              <a:ext cx="2954117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5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</a:rPr>
                <a:t>L2正则化</a:t>
              </a:r>
              <a:endParaRPr lang="en-US" sz="1920"/>
            </a:p>
          </p:txBody>
        </p:sp>
      </p:grpSp>
      <p:grpSp>
        <p:nvGrpSpPr>
          <p:cNvPr id="49" name="组合 48"/>
          <p:cNvGrpSpPr/>
          <p:nvPr>
            <p:custDataLst>
              <p:tags r:id="rId47"/>
            </p:custDataLst>
          </p:nvPr>
        </p:nvGrpSpPr>
        <p:grpSpPr>
          <a:xfrm>
            <a:off x="4624953" y="2641748"/>
            <a:ext cx="2951238" cy="548640"/>
            <a:chOff x="-635000" y="-635000"/>
            <a:chExt cx="2951238" cy="548640"/>
          </a:xfrm>
        </p:grpSpPr>
        <p:sp>
          <p:nvSpPr>
            <p:cNvPr id="50" name="Text 10" descr="TEMP_Z_ORDER_18"/>
            <p:cNvSpPr/>
            <p:nvPr>
              <p:custDataLst>
                <p:tags r:id="rId48"/>
              </p:custDataLst>
            </p:nvPr>
          </p:nvSpPr>
          <p:spPr>
            <a:xfrm>
              <a:off x="-635000" y="-635000"/>
              <a:ext cx="2951238" cy="550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5"/>
                </a:lnSpc>
                <a:buNone/>
              </a:pPr>
              <a:r>
                <a:rPr lang="en-US" sz="1680">
                  <a:solidFill>
                    <a:srgbClr val="000000"/>
                  </a:solidFill>
                </a:rPr>
                <a:t>0.01最佳，过小（0.005）收敛慢，过大（0.02）易波动。</a:t>
              </a:r>
              <a:endParaRPr lang="en-US" sz="1680"/>
            </a:p>
          </p:txBody>
        </p: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1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" presetClass="entr" presetSubtype="1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1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" presetClass="entr" presetSubtype="1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1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2"/>
            </p:custDataLst>
          </p:nvPr>
        </p:nvSpPr>
        <p:spPr>
          <a:xfrm>
            <a:off x="6359068" y="2674249"/>
            <a:ext cx="5264898" cy="20269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7920"/>
              </a:lnSpc>
              <a:buNone/>
            </a:pPr>
            <a:r>
              <a:rPr lang="en-US" sz="6600">
                <a:solidFill>
                  <a:srgbClr val="000000"/>
                </a:solidFill>
              </a:rPr>
              <a:t>谢谢观看</a:t>
            </a:r>
            <a:endParaRPr lang="en-US" sz="660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</p:bldLst>
  </p:timing>
</p:sld>
</file>

<file path=ppt/tags/tag1.xml><?xml version="1.0" encoding="utf-8"?>
<p:tagLst xmlns:p="http://schemas.openxmlformats.org/presentationml/2006/main">
  <p:tag name="AS_UNIQUEID" val="154"/>
</p:tagLst>
</file>

<file path=ppt/tags/tag2.xml><?xml version="1.0" encoding="utf-8"?>
<p:tagLst xmlns:p="http://schemas.openxmlformats.org/presentationml/2006/main">
  <p:tag name="AS_UNIQUEID" val="155"/>
</p:tagLst>
</file>

<file path=ppt/tags/tag3.xml><?xml version="1.0" encoding="utf-8"?>
<p:tagLst xmlns:p="http://schemas.openxmlformats.org/presentationml/2006/main">
  <p:tag name="AS_UNIQUEID" val="156"/>
</p:tagLst>
</file>

<file path=ppt/tags/tag4.xml><?xml version="1.0" encoding="utf-8"?>
<p:tagLst xmlns:p="http://schemas.openxmlformats.org/presentationml/2006/main">
  <p:tag name="AS_UNIQUEID" val="157"/>
</p:tagLst>
</file>

<file path=ppt/tags/tag5.xml><?xml version="1.0" encoding="utf-8"?>
<p:tagLst xmlns:p="http://schemas.openxmlformats.org/presentationml/2006/main">
  <p:tag name="AS_UNIQUEID" val="158"/>
</p:tagLst>
</file>

<file path=ppt/tags/tag6.xml><?xml version="1.0" encoding="utf-8"?>
<p:tagLst xmlns:p="http://schemas.openxmlformats.org/presentationml/2006/main">
  <p:tag name="AS_UNIQUEID" val="159"/>
</p:tagLst>
</file>

<file path=ppt/tags/tag7.xml><?xml version="1.0" encoding="utf-8"?>
<p:tagLst xmlns:p="http://schemas.openxmlformats.org/presentationml/2006/main">
  <p:tag name="AS_UNIQUEID" val="160"/>
</p:tagLst>
</file>

<file path=ppt/tags/tag8.xml><?xml version="1.0" encoding="utf-8"?>
<p:tagLst xmlns:p="http://schemas.openxmlformats.org/presentationml/2006/main">
  <p:tag name="AS_UNIQUEID" val="435"/>
</p:tagLst>
</file>

<file path=ppt/tags/tag9.xml><?xml version="1.0" encoding="utf-8"?>
<p:tagLst xmlns:p="http://schemas.openxmlformats.org/presentationml/2006/main">
  <p:tag name="AS_UNIQUEID" val="436"/>
</p:tagLst>
</file>

<file path=ppt/tags/tag10.xml><?xml version="1.0" encoding="utf-8"?>
<p:tagLst xmlns:p="http://schemas.openxmlformats.org/presentationml/2006/main">
  <p:tag name="AS_UNIQUEID" val="437"/>
</p:tagLst>
</file>

<file path=ppt/tags/tag11.xml><?xml version="1.0" encoding="utf-8"?>
<p:tagLst xmlns:p="http://schemas.openxmlformats.org/presentationml/2006/main">
  <p:tag name="AS_UNIQUEID" val="161"/>
</p:tagLst>
</file>

<file path=ppt/tags/tag12.xml><?xml version="1.0" encoding="utf-8"?>
<p:tagLst xmlns:p="http://schemas.openxmlformats.org/presentationml/2006/main">
  <p:tag name="AS_UNIQUEID" val="162"/>
</p:tagLst>
</file>

<file path=ppt/tags/tag13.xml><?xml version="1.0" encoding="utf-8"?>
<p:tagLst xmlns:p="http://schemas.openxmlformats.org/presentationml/2006/main">
  <p:tag name="AS_UNIQUEID" val="163"/>
</p:tagLst>
</file>

<file path=ppt/tags/tag14.xml><?xml version="1.0" encoding="utf-8"?>
<p:tagLst xmlns:p="http://schemas.openxmlformats.org/presentationml/2006/main">
  <p:tag name="AS_UNIQUEID" val="164"/>
</p:tagLst>
</file>

<file path=ppt/tags/tag15.xml><?xml version="1.0" encoding="utf-8"?>
<p:tagLst xmlns:p="http://schemas.openxmlformats.org/presentationml/2006/main">
  <p:tag name="AS_UNIQUEID" val="165"/>
</p:tagLst>
</file>

<file path=ppt/tags/tag16.xml><?xml version="1.0" encoding="utf-8"?>
<p:tagLst xmlns:p="http://schemas.openxmlformats.org/presentationml/2006/main">
  <p:tag name="AS_UNIQUEID" val="166"/>
</p:tagLst>
</file>

<file path=ppt/tags/tag17.xml><?xml version="1.0" encoding="utf-8"?>
<p:tagLst xmlns:p="http://schemas.openxmlformats.org/presentationml/2006/main">
  <p:tag name="AS_UNIQUEID" val="167"/>
</p:tagLst>
</file>

<file path=ppt/tags/tag18.xml><?xml version="1.0" encoding="utf-8"?>
<p:tagLst xmlns:p="http://schemas.openxmlformats.org/presentationml/2006/main">
  <p:tag name="AS_UNIQUEID" val="168"/>
</p:tagLst>
</file>

<file path=ppt/tags/tag19.xml><?xml version="1.0" encoding="utf-8"?>
<p:tagLst xmlns:p="http://schemas.openxmlformats.org/presentationml/2006/main">
  <p:tag name="AS_UNIQUEID" val="169"/>
</p:tagLst>
</file>

<file path=ppt/tags/tag20.xml><?xml version="1.0" encoding="utf-8"?>
<p:tagLst xmlns:p="http://schemas.openxmlformats.org/presentationml/2006/main">
  <p:tag name="AS_UNIQUEID" val="170"/>
</p:tagLst>
</file>

<file path=ppt/tags/tag21.xml><?xml version="1.0" encoding="utf-8"?>
<p:tagLst xmlns:p="http://schemas.openxmlformats.org/presentationml/2006/main">
  <p:tag name="AS_UNIQUEID" val="171"/>
</p:tagLst>
</file>

<file path=ppt/tags/tag22.xml><?xml version="1.0" encoding="utf-8"?>
<p:tagLst xmlns:p="http://schemas.openxmlformats.org/presentationml/2006/main">
  <p:tag name="AS_UNIQUEID" val="440"/>
</p:tagLst>
</file>

<file path=ppt/tags/tag23.xml><?xml version="1.0" encoding="utf-8"?>
<p:tagLst xmlns:p="http://schemas.openxmlformats.org/presentationml/2006/main">
  <p:tag name="AS_UNIQUEID" val="441"/>
</p:tagLst>
</file>

<file path=ppt/tags/tag24.xml><?xml version="1.0" encoding="utf-8"?>
<p:tagLst xmlns:p="http://schemas.openxmlformats.org/presentationml/2006/main">
  <p:tag name="AS_UNIQUEID" val="442"/>
</p:tagLst>
</file>

<file path=ppt/tags/tag25.xml><?xml version="1.0" encoding="utf-8"?>
<p:tagLst xmlns:p="http://schemas.openxmlformats.org/presentationml/2006/main">
  <p:tag name="AS_UNIQUEID" val="172"/>
</p:tagLst>
</file>

<file path=ppt/tags/tag26.xml><?xml version="1.0" encoding="utf-8"?>
<p:tagLst xmlns:p="http://schemas.openxmlformats.org/presentationml/2006/main">
  <p:tag name="AS_UNIQUEID" val="173"/>
</p:tagLst>
</file>

<file path=ppt/tags/tag27.xml><?xml version="1.0" encoding="utf-8"?>
<p:tagLst xmlns:p="http://schemas.openxmlformats.org/presentationml/2006/main">
  <p:tag name="AS_UNIQUEID" val="445"/>
</p:tagLst>
</file>

<file path=ppt/tags/tag28.xml><?xml version="1.0" encoding="utf-8"?>
<p:tagLst xmlns:p="http://schemas.openxmlformats.org/presentationml/2006/main">
  <p:tag name="AS_UNIQUEID" val="446"/>
</p:tagLst>
</file>

<file path=ppt/tags/tag29.xml><?xml version="1.0" encoding="utf-8"?>
<p:tagLst xmlns:p="http://schemas.openxmlformats.org/presentationml/2006/main">
  <p:tag name="AS_UNIQUEID" val="447"/>
</p:tagLst>
</file>

<file path=ppt/tags/tag30.xml><?xml version="1.0" encoding="utf-8"?>
<p:tagLst xmlns:p="http://schemas.openxmlformats.org/presentationml/2006/main">
  <p:tag name="AS_UNIQUEID" val="175"/>
</p:tagLst>
</file>

<file path=ppt/tags/tag31.xml><?xml version="1.0" encoding="utf-8"?>
<p:tagLst xmlns:p="http://schemas.openxmlformats.org/presentationml/2006/main">
  <p:tag name="AS_UNIQUEID" val="176"/>
</p:tagLst>
</file>

<file path=ppt/tags/tag32.xml><?xml version="1.0" encoding="utf-8"?>
<p:tagLst xmlns:p="http://schemas.openxmlformats.org/presentationml/2006/main">
  <p:tag name="AS_UNIQUEID" val="177"/>
</p:tagLst>
</file>

<file path=ppt/tags/tag33.xml><?xml version="1.0" encoding="utf-8"?>
<p:tagLst xmlns:p="http://schemas.openxmlformats.org/presentationml/2006/main">
  <p:tag name="AS_UNIQUEID" val="219"/>
</p:tagLst>
</file>

<file path=ppt/tags/tag34.xml><?xml version="1.0" encoding="utf-8"?>
<p:tagLst xmlns:p="http://schemas.openxmlformats.org/presentationml/2006/main">
  <p:tag name="AS_UNIQUEID" val="214"/>
</p:tagLst>
</file>

<file path=ppt/tags/tag35.xml><?xml version="1.0" encoding="utf-8"?>
<p:tagLst xmlns:p="http://schemas.openxmlformats.org/presentationml/2006/main">
  <p:tag name="AS_UNIQUEID" val="220"/>
</p:tagLst>
</file>

<file path=ppt/tags/tag36.xml><?xml version="1.0" encoding="utf-8"?>
<p:tagLst xmlns:p="http://schemas.openxmlformats.org/presentationml/2006/main">
  <p:tag name="AS_UNIQUEID" val="209"/>
</p:tagLst>
</file>

<file path=ppt/tags/tag37.xml><?xml version="1.0" encoding="utf-8"?>
<p:tagLst xmlns:p="http://schemas.openxmlformats.org/presentationml/2006/main">
  <p:tag name="AS_UNIQUEID" val="221"/>
</p:tagLst>
</file>

<file path=ppt/tags/tag38.xml><?xml version="1.0" encoding="utf-8"?>
<p:tagLst xmlns:p="http://schemas.openxmlformats.org/presentationml/2006/main">
  <p:tag name="AS_UNIQUEID" val="204"/>
</p:tagLst>
</file>

<file path=ppt/tags/tag39.xml><?xml version="1.0" encoding="utf-8"?>
<p:tagLst xmlns:p="http://schemas.openxmlformats.org/presentationml/2006/main">
  <p:tag name="AS_UNIQUEID" val="222"/>
</p:tagLst>
</file>

<file path=ppt/tags/tag40.xml><?xml version="1.0" encoding="utf-8"?>
<p:tagLst xmlns:p="http://schemas.openxmlformats.org/presentationml/2006/main">
  <p:tag name="AS_UNIQUEID" val="199"/>
</p:tagLst>
</file>

<file path=ppt/tags/tag41.xml><?xml version="1.0" encoding="utf-8"?>
<p:tagLst xmlns:p="http://schemas.openxmlformats.org/presentationml/2006/main">
  <p:tag name="AS_UNIQUEID" val="223"/>
</p:tagLst>
</file>

<file path=ppt/tags/tag42.xml><?xml version="1.0" encoding="utf-8"?>
<p:tagLst xmlns:p="http://schemas.openxmlformats.org/presentationml/2006/main">
  <p:tag name="AS_UNIQUEID" val="215"/>
</p:tagLst>
</file>

<file path=ppt/tags/tag43.xml><?xml version="1.0" encoding="utf-8"?>
<p:tagLst xmlns:p="http://schemas.openxmlformats.org/presentationml/2006/main">
  <p:tag name="AS_UNIQUEID" val="216"/>
</p:tagLst>
</file>

<file path=ppt/tags/tag44.xml><?xml version="1.0" encoding="utf-8"?>
<p:tagLst xmlns:p="http://schemas.openxmlformats.org/presentationml/2006/main">
  <p:tag name="AS_UNIQUEID" val="224"/>
</p:tagLst>
</file>

<file path=ppt/tags/tag45.xml><?xml version="1.0" encoding="utf-8"?>
<p:tagLst xmlns:p="http://schemas.openxmlformats.org/presentationml/2006/main">
  <p:tag name="AS_UNIQUEID" val="205"/>
</p:tagLst>
</file>

<file path=ppt/tags/tag46.xml><?xml version="1.0" encoding="utf-8"?>
<p:tagLst xmlns:p="http://schemas.openxmlformats.org/presentationml/2006/main">
  <p:tag name="AS_UNIQUEID" val="206"/>
</p:tagLst>
</file>

<file path=ppt/tags/tag47.xml><?xml version="1.0" encoding="utf-8"?>
<p:tagLst xmlns:p="http://schemas.openxmlformats.org/presentationml/2006/main">
  <p:tag name="AS_UNIQUEID" val="225"/>
</p:tagLst>
</file>

<file path=ppt/tags/tag48.xml><?xml version="1.0" encoding="utf-8"?>
<p:tagLst xmlns:p="http://schemas.openxmlformats.org/presentationml/2006/main">
  <p:tag name="AS_UNIQUEID" val="200"/>
</p:tagLst>
</file>

<file path=ppt/tags/tag49.xml><?xml version="1.0" encoding="utf-8"?>
<p:tagLst xmlns:p="http://schemas.openxmlformats.org/presentationml/2006/main">
  <p:tag name="AS_UNIQUEID" val="201"/>
</p:tagLst>
</file>

<file path=ppt/tags/tag50.xml><?xml version="1.0" encoding="utf-8"?>
<p:tagLst xmlns:p="http://schemas.openxmlformats.org/presentationml/2006/main">
  <p:tag name="AS_UNIQUEID" val="226"/>
</p:tagLst>
</file>

<file path=ppt/tags/tag51.xml><?xml version="1.0" encoding="utf-8"?>
<p:tagLst xmlns:p="http://schemas.openxmlformats.org/presentationml/2006/main">
  <p:tag name="AS_UNIQUEID" val="210"/>
</p:tagLst>
</file>

<file path=ppt/tags/tag52.xml><?xml version="1.0" encoding="utf-8"?>
<p:tagLst xmlns:p="http://schemas.openxmlformats.org/presentationml/2006/main">
  <p:tag name="AS_UNIQUEID" val="211"/>
</p:tagLst>
</file>

<file path=ppt/tags/tag53.xml><?xml version="1.0" encoding="utf-8"?>
<p:tagLst xmlns:p="http://schemas.openxmlformats.org/presentationml/2006/main">
  <p:tag name="AS_UNIQUEID" val="227"/>
</p:tagLst>
</file>

<file path=ppt/tags/tag54.xml><?xml version="1.0" encoding="utf-8"?>
<p:tagLst xmlns:p="http://schemas.openxmlformats.org/presentationml/2006/main">
  <p:tag name="AS_UNIQUEID" val="217"/>
</p:tagLst>
</file>

<file path=ppt/tags/tag55.xml><?xml version="1.0" encoding="utf-8"?>
<p:tagLst xmlns:p="http://schemas.openxmlformats.org/presentationml/2006/main">
  <p:tag name="AS_UNIQUEID" val="228"/>
</p:tagLst>
</file>

<file path=ppt/tags/tag56.xml><?xml version="1.0" encoding="utf-8"?>
<p:tagLst xmlns:p="http://schemas.openxmlformats.org/presentationml/2006/main">
  <p:tag name="AS_UNIQUEID" val="202"/>
</p:tagLst>
</file>

<file path=ppt/tags/tag57.xml><?xml version="1.0" encoding="utf-8"?>
<p:tagLst xmlns:p="http://schemas.openxmlformats.org/presentationml/2006/main">
  <p:tag name="AS_UNIQUEID" val="229"/>
</p:tagLst>
</file>

<file path=ppt/tags/tag58.xml><?xml version="1.0" encoding="utf-8"?>
<p:tagLst xmlns:p="http://schemas.openxmlformats.org/presentationml/2006/main">
  <p:tag name="AS_UNIQUEID" val="218"/>
</p:tagLst>
</file>

<file path=ppt/tags/tag59.xml><?xml version="1.0" encoding="utf-8"?>
<p:tagLst xmlns:p="http://schemas.openxmlformats.org/presentationml/2006/main">
  <p:tag name="AS_UNIQUEID" val="193"/>
</p:tagLst>
</file>

<file path=ppt/tags/tag60.xml><?xml version="1.0" encoding="utf-8"?>
<p:tagLst xmlns:p="http://schemas.openxmlformats.org/presentationml/2006/main">
  <p:tag name="AS_UNIQUEID" val="230"/>
</p:tagLst>
</file>

<file path=ppt/tags/tag61.xml><?xml version="1.0" encoding="utf-8"?>
<p:tagLst xmlns:p="http://schemas.openxmlformats.org/presentationml/2006/main">
  <p:tag name="AS_UNIQUEID" val="207"/>
</p:tagLst>
</file>

<file path=ppt/tags/tag62.xml><?xml version="1.0" encoding="utf-8"?>
<p:tagLst xmlns:p="http://schemas.openxmlformats.org/presentationml/2006/main">
  <p:tag name="AS_UNIQUEID" val="231"/>
</p:tagLst>
</file>

<file path=ppt/tags/tag63.xml><?xml version="1.0" encoding="utf-8"?>
<p:tagLst xmlns:p="http://schemas.openxmlformats.org/presentationml/2006/main">
  <p:tag name="AS_UNIQUEID" val="203"/>
</p:tagLst>
</file>

<file path=ppt/tags/tag64.xml><?xml version="1.0" encoding="utf-8"?>
<p:tagLst xmlns:p="http://schemas.openxmlformats.org/presentationml/2006/main">
  <p:tag name="AS_UNIQUEID" val="232"/>
</p:tagLst>
</file>

<file path=ppt/tags/tag65.xml><?xml version="1.0" encoding="utf-8"?>
<p:tagLst xmlns:p="http://schemas.openxmlformats.org/presentationml/2006/main">
  <p:tag name="AS_UNIQUEID" val="212"/>
</p:tagLst>
</file>

<file path=ppt/tags/tag66.xml><?xml version="1.0" encoding="utf-8"?>
<p:tagLst xmlns:p="http://schemas.openxmlformats.org/presentationml/2006/main">
  <p:tag name="AS_UNIQUEID" val="233"/>
</p:tagLst>
</file>

<file path=ppt/tags/tag67.xml><?xml version="1.0" encoding="utf-8"?>
<p:tagLst xmlns:p="http://schemas.openxmlformats.org/presentationml/2006/main">
  <p:tag name="AS_UNIQUEID" val="208"/>
</p:tagLst>
</file>

<file path=ppt/tags/tag68.xml><?xml version="1.0" encoding="utf-8"?>
<p:tagLst xmlns:p="http://schemas.openxmlformats.org/presentationml/2006/main">
  <p:tag name="AS_UNIQUEID" val="234"/>
</p:tagLst>
</file>

<file path=ppt/tags/tag69.xml><?xml version="1.0" encoding="utf-8"?>
<p:tagLst xmlns:p="http://schemas.openxmlformats.org/presentationml/2006/main">
  <p:tag name="AS_UNIQUEID" val="213"/>
</p:tagLst>
</file>

<file path=ppt/tags/tag70.xml><?xml version="1.0" encoding="utf-8"?>
<p:tagLst xmlns:p="http://schemas.openxmlformats.org/presentationml/2006/main">
  <p:tag name="AS_UNIQUEID" val="450"/>
</p:tagLst>
</file>

<file path=ppt/tags/tag71.xml><?xml version="1.0" encoding="utf-8"?>
<p:tagLst xmlns:p="http://schemas.openxmlformats.org/presentationml/2006/main">
  <p:tag name="AS_UNIQUEID" val="451"/>
</p:tagLst>
</file>

<file path=ppt/tags/tag72.xml><?xml version="1.0" encoding="utf-8"?>
<p:tagLst xmlns:p="http://schemas.openxmlformats.org/presentationml/2006/main">
  <p:tag name="AS_UNIQUEID" val="452"/>
</p:tagLst>
</file>

<file path=ppt/tags/tag73.xml><?xml version="1.0" encoding="utf-8"?>
<p:tagLst xmlns:p="http://schemas.openxmlformats.org/presentationml/2006/main">
  <p:tag name="AS_UNIQUEID" val="235"/>
</p:tagLst>
</file>

<file path=ppt/tags/tag74.xml><?xml version="1.0" encoding="utf-8"?>
<p:tagLst xmlns:p="http://schemas.openxmlformats.org/presentationml/2006/main">
  <p:tag name="AS_UNIQUEID" val="236"/>
</p:tagLst>
</file>

<file path=ppt/tags/tag75.xml><?xml version="1.0" encoding="utf-8"?>
<p:tagLst xmlns:p="http://schemas.openxmlformats.org/presentationml/2006/main">
  <p:tag name="AS_UNIQUEID" val="455"/>
</p:tagLst>
</file>

<file path=ppt/tags/tag76.xml><?xml version="1.0" encoding="utf-8"?>
<p:tagLst xmlns:p="http://schemas.openxmlformats.org/presentationml/2006/main">
  <p:tag name="AS_UNIQUEID" val="456"/>
</p:tagLst>
</file>

<file path=ppt/tags/tag77.xml><?xml version="1.0" encoding="utf-8"?>
<p:tagLst xmlns:p="http://schemas.openxmlformats.org/presentationml/2006/main">
  <p:tag name="AS_UNIQUEID" val="457"/>
</p:tagLst>
</file>

<file path=ppt/tags/tag78.xml><?xml version="1.0" encoding="utf-8"?>
<p:tagLst xmlns:p="http://schemas.openxmlformats.org/presentationml/2006/main">
  <p:tag name="AS_UNIQUEID" val="238"/>
</p:tagLst>
</file>

<file path=ppt/tags/tag79.xml><?xml version="1.0" encoding="utf-8"?>
<p:tagLst xmlns:p="http://schemas.openxmlformats.org/presentationml/2006/main">
  <p:tag name="AS_UNIQUEID" val="239"/>
</p:tagLst>
</file>

<file path=ppt/tags/tag80.xml><?xml version="1.0" encoding="utf-8"?>
<p:tagLst xmlns:p="http://schemas.openxmlformats.org/presentationml/2006/main">
  <p:tag name="AS_UNIQUEID" val="240"/>
</p:tagLst>
</file>

<file path=ppt/tags/tag81.xml><?xml version="1.0" encoding="utf-8"?>
<p:tagLst xmlns:p="http://schemas.openxmlformats.org/presentationml/2006/main">
  <p:tag name="AS_UNIQUEID" val="274"/>
</p:tagLst>
</file>

<file path=ppt/tags/tag82.xml><?xml version="1.0" encoding="utf-8"?>
<p:tagLst xmlns:p="http://schemas.openxmlformats.org/presentationml/2006/main">
  <p:tag name="AS_UNIQUEID" val="270"/>
</p:tagLst>
</file>

<file path=ppt/tags/tag83.xml><?xml version="1.0" encoding="utf-8"?>
<p:tagLst xmlns:p="http://schemas.openxmlformats.org/presentationml/2006/main">
  <p:tag name="AS_UNIQUEID" val="271"/>
</p:tagLst>
</file>

<file path=ppt/tags/tag84.xml><?xml version="1.0" encoding="utf-8"?>
<p:tagLst xmlns:p="http://schemas.openxmlformats.org/presentationml/2006/main">
  <p:tag name="AS_UNIQUEID" val="275"/>
</p:tagLst>
</file>

<file path=ppt/tags/tag85.xml><?xml version="1.0" encoding="utf-8"?>
<p:tagLst xmlns:p="http://schemas.openxmlformats.org/presentationml/2006/main">
  <p:tag name="AS_UNIQUEID" val="262"/>
</p:tagLst>
</file>

<file path=ppt/tags/tag86.xml><?xml version="1.0" encoding="utf-8"?>
<p:tagLst xmlns:p="http://schemas.openxmlformats.org/presentationml/2006/main">
  <p:tag name="AS_UNIQUEID" val="263"/>
</p:tagLst>
</file>

<file path=ppt/tags/tag87.xml><?xml version="1.0" encoding="utf-8"?>
<p:tagLst xmlns:p="http://schemas.openxmlformats.org/presentationml/2006/main">
  <p:tag name="AS_UNIQUEID" val="276"/>
</p:tagLst>
</file>

<file path=ppt/tags/tag88.xml><?xml version="1.0" encoding="utf-8"?>
<p:tagLst xmlns:p="http://schemas.openxmlformats.org/presentationml/2006/main">
  <p:tag name="AS_UNIQUEID" val="266"/>
</p:tagLst>
</file>

<file path=ppt/tags/tag89.xml><?xml version="1.0" encoding="utf-8"?>
<p:tagLst xmlns:p="http://schemas.openxmlformats.org/presentationml/2006/main">
  <p:tag name="AS_UNIQUEID" val="267"/>
</p:tagLst>
</file>

<file path=ppt/tags/tag90.xml><?xml version="1.0" encoding="utf-8"?>
<p:tagLst xmlns:p="http://schemas.openxmlformats.org/presentationml/2006/main">
  <p:tag name="AS_UNIQUEID" val="277"/>
</p:tagLst>
</file>

<file path=ppt/tags/tag91.xml><?xml version="1.0" encoding="utf-8"?>
<p:tagLst xmlns:p="http://schemas.openxmlformats.org/presentationml/2006/main">
  <p:tag name="AS_UNIQUEID" val="258"/>
</p:tagLst>
</file>

<file path=ppt/tags/tag92.xml><?xml version="1.0" encoding="utf-8"?>
<p:tagLst xmlns:p="http://schemas.openxmlformats.org/presentationml/2006/main">
  <p:tag name="AS_UNIQUEID" val="259"/>
</p:tagLst>
</file>

<file path=ppt/tags/tag93.xml><?xml version="1.0" encoding="utf-8"?>
<p:tagLst xmlns:p="http://schemas.openxmlformats.org/presentationml/2006/main">
  <p:tag name="AS_UNIQUEID" val="260"/>
</p:tagLst>
</file>

<file path=ppt/tags/tag94.xml><?xml version="1.0" encoding="utf-8"?>
<p:tagLst xmlns:p="http://schemas.openxmlformats.org/presentationml/2006/main">
  <p:tag name="AS_UNIQUEID" val="250"/>
</p:tagLst>
</file>

<file path=ppt/tags/tag95.xml><?xml version="1.0" encoding="utf-8"?>
<p:tagLst xmlns:p="http://schemas.openxmlformats.org/presentationml/2006/main">
  <p:tag name="AS_UNIQUEID" val="278"/>
</p:tagLst>
</file>

<file path=ppt/tags/tag96.xml><?xml version="1.0" encoding="utf-8"?>
<p:tagLst xmlns:p="http://schemas.openxmlformats.org/presentationml/2006/main">
  <p:tag name="AS_UNIQUEID" val="264"/>
</p:tagLst>
</file>

<file path=ppt/tags/tag97.xml><?xml version="1.0" encoding="utf-8"?>
<p:tagLst xmlns:p="http://schemas.openxmlformats.org/presentationml/2006/main">
  <p:tag name="AS_UNIQUEID" val="265"/>
</p:tagLst>
</file>

<file path=ppt/tags/tag98.xml><?xml version="1.0" encoding="utf-8"?>
<p:tagLst xmlns:p="http://schemas.openxmlformats.org/presentationml/2006/main">
  <p:tag name="AS_UNIQUEID" val="279"/>
</p:tagLst>
</file>

<file path=ppt/tags/tag99.xml><?xml version="1.0" encoding="utf-8"?>
<p:tagLst xmlns:p="http://schemas.openxmlformats.org/presentationml/2006/main">
  <p:tag name="AS_UNIQUEID" val="261"/>
</p:tagLst>
</file>

<file path=ppt/tags/tag100.xml><?xml version="1.0" encoding="utf-8"?>
<p:tagLst xmlns:p="http://schemas.openxmlformats.org/presentationml/2006/main">
  <p:tag name="AS_UNIQUEID" val="280"/>
</p:tagLst>
</file>

<file path=ppt/tags/tag101.xml><?xml version="1.0" encoding="utf-8"?>
<p:tagLst xmlns:p="http://schemas.openxmlformats.org/presentationml/2006/main">
  <p:tag name="AS_UNIQUEID" val="268"/>
</p:tagLst>
</file>

<file path=ppt/tags/tag102.xml><?xml version="1.0" encoding="utf-8"?>
<p:tagLst xmlns:p="http://schemas.openxmlformats.org/presentationml/2006/main">
  <p:tag name="AS_UNIQUEID" val="269"/>
</p:tagLst>
</file>

<file path=ppt/tags/tag103.xml><?xml version="1.0" encoding="utf-8"?>
<p:tagLst xmlns:p="http://schemas.openxmlformats.org/presentationml/2006/main">
  <p:tag name="AS_UNIQUEID" val="281"/>
</p:tagLst>
</file>

<file path=ppt/tags/tag104.xml><?xml version="1.0" encoding="utf-8"?>
<p:tagLst xmlns:p="http://schemas.openxmlformats.org/presentationml/2006/main">
  <p:tag name="AS_UNIQUEID" val="272"/>
</p:tagLst>
</file>

<file path=ppt/tags/tag105.xml><?xml version="1.0" encoding="utf-8"?>
<p:tagLst xmlns:p="http://schemas.openxmlformats.org/presentationml/2006/main">
  <p:tag name="AS_UNIQUEID" val="273"/>
</p:tagLst>
</file>

<file path=ppt/tags/tag106.xml><?xml version="1.0" encoding="utf-8"?>
<p:tagLst xmlns:p="http://schemas.openxmlformats.org/presentationml/2006/main">
  <p:tag name="AS_UNIQUEID" val="460"/>
</p:tagLst>
</file>

<file path=ppt/tags/tag107.xml><?xml version="1.0" encoding="utf-8"?>
<p:tagLst xmlns:p="http://schemas.openxmlformats.org/presentationml/2006/main">
  <p:tag name="AS_UNIQUEID" val="461"/>
</p:tagLst>
</file>

<file path=ppt/tags/tag108.xml><?xml version="1.0" encoding="utf-8"?>
<p:tagLst xmlns:p="http://schemas.openxmlformats.org/presentationml/2006/main">
  <p:tag name="AS_UNIQUEID" val="462"/>
</p:tagLst>
</file>

<file path=ppt/tags/tag109.xml><?xml version="1.0" encoding="utf-8"?>
<p:tagLst xmlns:p="http://schemas.openxmlformats.org/presentationml/2006/main">
  <p:tag name="AS_UNIQUEID" val="282"/>
</p:tagLst>
</file>

<file path=ppt/tags/tag110.xml><?xml version="1.0" encoding="utf-8"?>
<p:tagLst xmlns:p="http://schemas.openxmlformats.org/presentationml/2006/main">
  <p:tag name="AS_UNIQUEID" val="283"/>
</p:tagLst>
</file>

<file path=ppt/tags/tag111.xml><?xml version="1.0" encoding="utf-8"?>
<p:tagLst xmlns:p="http://schemas.openxmlformats.org/presentationml/2006/main">
  <p:tag name="AS_UNIQUEID" val="284"/>
</p:tagLst>
</file>

<file path=ppt/tags/tag112.xml><?xml version="1.0" encoding="utf-8"?>
<p:tagLst xmlns:p="http://schemas.openxmlformats.org/presentationml/2006/main">
  <p:tag name="AS_UNIQUEID" val="465"/>
</p:tagLst>
</file>

<file path=ppt/tags/tag113.xml><?xml version="1.0" encoding="utf-8"?>
<p:tagLst xmlns:p="http://schemas.openxmlformats.org/presentationml/2006/main">
  <p:tag name="AS_UNIQUEID" val="466"/>
</p:tagLst>
</file>

<file path=ppt/tags/tag114.xml><?xml version="1.0" encoding="utf-8"?>
<p:tagLst xmlns:p="http://schemas.openxmlformats.org/presentationml/2006/main">
  <p:tag name="AS_UNIQUEID" val="467"/>
</p:tagLst>
</file>

<file path=ppt/tags/tag115.xml><?xml version="1.0" encoding="utf-8"?>
<p:tagLst xmlns:p="http://schemas.openxmlformats.org/presentationml/2006/main">
  <p:tag name="AS_UNIQUEID" val="285"/>
</p:tagLst>
</file>

<file path=ppt/tags/tag116.xml><?xml version="1.0" encoding="utf-8"?>
<p:tagLst xmlns:p="http://schemas.openxmlformats.org/presentationml/2006/main">
  <p:tag name="AS_UNIQUEID" val="286"/>
</p:tagLst>
</file>

<file path=ppt/tags/tag117.xml><?xml version="1.0" encoding="utf-8"?>
<p:tagLst xmlns:p="http://schemas.openxmlformats.org/presentationml/2006/main">
  <p:tag name="AS_UNIQUEID" val="287"/>
</p:tagLst>
</file>

<file path=ppt/tags/tag118.xml><?xml version="1.0" encoding="utf-8"?>
<p:tagLst xmlns:p="http://schemas.openxmlformats.org/presentationml/2006/main">
  <p:tag name="AS_UNIQUEID" val="288"/>
</p:tagLst>
</file>

<file path=ppt/tags/tag119.xml><?xml version="1.0" encoding="utf-8"?>
<p:tagLst xmlns:p="http://schemas.openxmlformats.org/presentationml/2006/main">
  <p:tag name="AS_UNIQUEID" val="289"/>
</p:tagLst>
</file>

<file path=ppt/tags/tag120.xml><?xml version="1.0" encoding="utf-8"?>
<p:tagLst xmlns:p="http://schemas.openxmlformats.org/presentationml/2006/main">
  <p:tag name="AS_UNIQUEID" val="309"/>
</p:tagLst>
</file>

<file path=ppt/tags/tag121.xml><?xml version="1.0" encoding="utf-8"?>
<p:tagLst xmlns:p="http://schemas.openxmlformats.org/presentationml/2006/main">
  <p:tag name="AS_UNIQUEID" val="306"/>
</p:tagLst>
</file>

<file path=ppt/tags/tag122.xml><?xml version="1.0" encoding="utf-8"?>
<p:tagLst xmlns:p="http://schemas.openxmlformats.org/presentationml/2006/main">
  <p:tag name="AS_UNIQUEID" val="310"/>
</p:tagLst>
</file>

<file path=ppt/tags/tag123.xml><?xml version="1.0" encoding="utf-8"?>
<p:tagLst xmlns:p="http://schemas.openxmlformats.org/presentationml/2006/main">
  <p:tag name="AS_UNIQUEID" val="303"/>
</p:tagLst>
</file>

<file path=ppt/tags/tag124.xml><?xml version="1.0" encoding="utf-8"?>
<p:tagLst xmlns:p="http://schemas.openxmlformats.org/presentationml/2006/main">
  <p:tag name="AS_UNIQUEID" val="293"/>
</p:tagLst>
</file>

<file path=ppt/tags/tag125.xml><?xml version="1.0" encoding="utf-8"?>
<p:tagLst xmlns:p="http://schemas.openxmlformats.org/presentationml/2006/main">
  <p:tag name="AS_UNIQUEID" val="312"/>
</p:tagLst>
</file>

<file path=ppt/tags/tag126.xml><?xml version="1.0" encoding="utf-8"?>
<p:tagLst xmlns:p="http://schemas.openxmlformats.org/presentationml/2006/main">
  <p:tag name="AS_UNIQUEID" val="307"/>
</p:tagLst>
</file>

<file path=ppt/tags/tag127.xml><?xml version="1.0" encoding="utf-8"?>
<p:tagLst xmlns:p="http://schemas.openxmlformats.org/presentationml/2006/main">
  <p:tag name="AS_UNIQUEID" val="313"/>
</p:tagLst>
</file>

<file path=ppt/tags/tag128.xml><?xml version="1.0" encoding="utf-8"?>
<p:tagLst xmlns:p="http://schemas.openxmlformats.org/presentationml/2006/main">
  <p:tag name="AS_UNIQUEID" val="304"/>
</p:tagLst>
</file>

<file path=ppt/tags/tag129.xml><?xml version="1.0" encoding="utf-8"?>
<p:tagLst xmlns:p="http://schemas.openxmlformats.org/presentationml/2006/main">
  <p:tag name="AS_UNIQUEID" val="315"/>
</p:tagLst>
</file>

<file path=ppt/tags/tag130.xml><?xml version="1.0" encoding="utf-8"?>
<p:tagLst xmlns:p="http://schemas.openxmlformats.org/presentationml/2006/main">
  <p:tag name="AS_UNIQUEID" val="305"/>
</p:tagLst>
</file>

<file path=ppt/tags/tag131.xml><?xml version="1.0" encoding="utf-8"?>
<p:tagLst xmlns:p="http://schemas.openxmlformats.org/presentationml/2006/main">
  <p:tag name="AS_UNIQUEID" val="317"/>
</p:tagLst>
</file>

<file path=ppt/tags/tag132.xml><?xml version="1.0" encoding="utf-8"?>
<p:tagLst xmlns:p="http://schemas.openxmlformats.org/presentationml/2006/main">
  <p:tag name="AS_UNIQUEID" val="308"/>
</p:tagLst>
</file>

<file path=ppt/tags/tag133.xml><?xml version="1.0" encoding="utf-8"?>
<p:tagLst xmlns:p="http://schemas.openxmlformats.org/presentationml/2006/main">
  <p:tag name="AS_UNIQUEID" val="470"/>
</p:tagLst>
</file>

<file path=ppt/tags/tag134.xml><?xml version="1.0" encoding="utf-8"?>
<p:tagLst xmlns:p="http://schemas.openxmlformats.org/presentationml/2006/main">
  <p:tag name="AS_UNIQUEID" val="471"/>
</p:tagLst>
</file>

<file path=ppt/tags/tag135.xml><?xml version="1.0" encoding="utf-8"?>
<p:tagLst xmlns:p="http://schemas.openxmlformats.org/presentationml/2006/main">
  <p:tag name="AS_UNIQUEID" val="472"/>
</p:tagLst>
</file>

<file path=ppt/tags/tag136.xml><?xml version="1.0" encoding="utf-8"?>
<p:tagLst xmlns:p="http://schemas.openxmlformats.org/presentationml/2006/main">
  <p:tag name="AS_UNIQUEID" val="318"/>
</p:tagLst>
</file>

<file path=ppt/tags/tag137.xml><?xml version="1.0" encoding="utf-8"?>
<p:tagLst xmlns:p="http://schemas.openxmlformats.org/presentationml/2006/main">
  <p:tag name="AS_UNIQUEID" val="319"/>
</p:tagLst>
</file>

<file path=ppt/tags/tag138.xml><?xml version="1.0" encoding="utf-8"?>
<p:tagLst xmlns:p="http://schemas.openxmlformats.org/presentationml/2006/main">
  <p:tag name="AS_UNIQUEID" val="320"/>
</p:tagLst>
</file>

<file path=ppt/tags/tag139.xml><?xml version="1.0" encoding="utf-8"?>
<p:tagLst xmlns:p="http://schemas.openxmlformats.org/presentationml/2006/main">
  <p:tag name="AS_UNIQUEID" val="321"/>
</p:tagLst>
</file>

<file path=ppt/tags/tag140.xml><?xml version="1.0" encoding="utf-8"?>
<p:tagLst xmlns:p="http://schemas.openxmlformats.org/presentationml/2006/main">
  <p:tag name="AS_UNIQUEID" val="341"/>
</p:tagLst>
</file>

<file path=ppt/tags/tag141.xml><?xml version="1.0" encoding="utf-8"?>
<p:tagLst xmlns:p="http://schemas.openxmlformats.org/presentationml/2006/main">
  <p:tag name="AS_UNIQUEID" val="332"/>
</p:tagLst>
</file>

<file path=ppt/tags/tag142.xml><?xml version="1.0" encoding="utf-8"?>
<p:tagLst xmlns:p="http://schemas.openxmlformats.org/presentationml/2006/main">
  <p:tag name="AS_UNIQUEID" val="342"/>
</p:tagLst>
</file>

<file path=ppt/tags/tag143.xml><?xml version="1.0" encoding="utf-8"?>
<p:tagLst xmlns:p="http://schemas.openxmlformats.org/presentationml/2006/main">
  <p:tag name="AS_UNIQUEID" val="338"/>
</p:tagLst>
</file>

<file path=ppt/tags/tag144.xml><?xml version="1.0" encoding="utf-8"?>
<p:tagLst xmlns:p="http://schemas.openxmlformats.org/presentationml/2006/main">
  <p:tag name="AS_UNIQUEID" val="343"/>
</p:tagLst>
</file>

<file path=ppt/tags/tag145.xml><?xml version="1.0" encoding="utf-8"?>
<p:tagLst xmlns:p="http://schemas.openxmlformats.org/presentationml/2006/main">
  <p:tag name="AS_UNIQUEID" val="335"/>
</p:tagLst>
</file>

<file path=ppt/tags/tag146.xml><?xml version="1.0" encoding="utf-8"?>
<p:tagLst xmlns:p="http://schemas.openxmlformats.org/presentationml/2006/main">
  <p:tag name="AS_UNIQUEID" val="344"/>
</p:tagLst>
</file>

<file path=ppt/tags/tag147.xml><?xml version="1.0" encoding="utf-8"?>
<p:tagLst xmlns:p="http://schemas.openxmlformats.org/presentationml/2006/main">
  <p:tag name="AS_UNIQUEID" val="339"/>
</p:tagLst>
</file>

<file path=ppt/tags/tag148.xml><?xml version="1.0" encoding="utf-8"?>
<p:tagLst xmlns:p="http://schemas.openxmlformats.org/presentationml/2006/main">
  <p:tag name="AS_UNIQUEID" val="345"/>
</p:tagLst>
</file>

<file path=ppt/tags/tag149.xml><?xml version="1.0" encoding="utf-8"?>
<p:tagLst xmlns:p="http://schemas.openxmlformats.org/presentationml/2006/main">
  <p:tag name="AS_UNIQUEID" val="336"/>
</p:tagLst>
</file>

<file path=ppt/tags/tag150.xml><?xml version="1.0" encoding="utf-8"?>
<p:tagLst xmlns:p="http://schemas.openxmlformats.org/presentationml/2006/main">
  <p:tag name="AS_UNIQUEID" val="346"/>
</p:tagLst>
</file>

<file path=ppt/tags/tag151.xml><?xml version="1.0" encoding="utf-8"?>
<p:tagLst xmlns:p="http://schemas.openxmlformats.org/presentationml/2006/main">
  <p:tag name="AS_UNIQUEID" val="333"/>
</p:tagLst>
</file>

<file path=ppt/tags/tag152.xml><?xml version="1.0" encoding="utf-8"?>
<p:tagLst xmlns:p="http://schemas.openxmlformats.org/presentationml/2006/main">
  <p:tag name="AS_UNIQUEID" val="347"/>
</p:tagLst>
</file>

<file path=ppt/tags/tag153.xml><?xml version="1.0" encoding="utf-8"?>
<p:tagLst xmlns:p="http://schemas.openxmlformats.org/presentationml/2006/main">
  <p:tag name="AS_UNIQUEID" val="340"/>
</p:tagLst>
</file>

<file path=ppt/tags/tag154.xml><?xml version="1.0" encoding="utf-8"?>
<p:tagLst xmlns:p="http://schemas.openxmlformats.org/presentationml/2006/main">
  <p:tag name="AS_UNIQUEID" val="348"/>
</p:tagLst>
</file>

<file path=ppt/tags/tag155.xml><?xml version="1.0" encoding="utf-8"?>
<p:tagLst xmlns:p="http://schemas.openxmlformats.org/presentationml/2006/main">
  <p:tag name="AS_UNIQUEID" val="334"/>
</p:tagLst>
</file>

<file path=ppt/tags/tag156.xml><?xml version="1.0" encoding="utf-8"?>
<p:tagLst xmlns:p="http://schemas.openxmlformats.org/presentationml/2006/main">
  <p:tag name="AS_UNIQUEID" val="330"/>
</p:tagLst>
</file>

<file path=ppt/tags/tag157.xml><?xml version="1.0" encoding="utf-8"?>
<p:tagLst xmlns:p="http://schemas.openxmlformats.org/presentationml/2006/main">
  <p:tag name="AS_UNIQUEID" val="349"/>
</p:tagLst>
</file>

<file path=ppt/tags/tag158.xml><?xml version="1.0" encoding="utf-8"?>
<p:tagLst xmlns:p="http://schemas.openxmlformats.org/presentationml/2006/main">
  <p:tag name="AS_UNIQUEID" val="337"/>
</p:tagLst>
</file>

<file path=ppt/tags/tag159.xml><?xml version="1.0" encoding="utf-8"?>
<p:tagLst xmlns:p="http://schemas.openxmlformats.org/presentationml/2006/main">
  <p:tag name="AS_UNIQUEID" val="475"/>
</p:tagLst>
</file>

<file path=ppt/tags/tag160.xml><?xml version="1.0" encoding="utf-8"?>
<p:tagLst xmlns:p="http://schemas.openxmlformats.org/presentationml/2006/main">
  <p:tag name="AS_UNIQUEID" val="476"/>
</p:tagLst>
</file>

<file path=ppt/tags/tag161.xml><?xml version="1.0" encoding="utf-8"?>
<p:tagLst xmlns:p="http://schemas.openxmlformats.org/presentationml/2006/main">
  <p:tag name="AS_UNIQUEID" val="477"/>
</p:tagLst>
</file>

<file path=ppt/tags/tag162.xml><?xml version="1.0" encoding="utf-8"?>
<p:tagLst xmlns:p="http://schemas.openxmlformats.org/presentationml/2006/main">
  <p:tag name="AS_UNIQUEID" val="350"/>
</p:tagLst>
</file>

<file path=ppt/tags/tag163.xml><?xml version="1.0" encoding="utf-8"?>
<p:tagLst xmlns:p="http://schemas.openxmlformats.org/presentationml/2006/main">
  <p:tag name="AS_UNIQUEID" val="351"/>
</p:tagLst>
</file>

<file path=ppt/tags/tag164.xml><?xml version="1.0" encoding="utf-8"?>
<p:tagLst xmlns:p="http://schemas.openxmlformats.org/presentationml/2006/main">
  <p:tag name="AS_UNIQUEID" val="352"/>
</p:tagLst>
</file>

<file path=ppt/tags/tag165.xml><?xml version="1.0" encoding="utf-8"?>
<p:tagLst xmlns:p="http://schemas.openxmlformats.org/presentationml/2006/main">
  <p:tag name="AS_UNIQUEID" val="354"/>
</p:tagLst>
</file>

<file path=ppt/tags/tag166.xml><?xml version="1.0" encoding="utf-8"?>
<p:tagLst xmlns:p="http://schemas.openxmlformats.org/presentationml/2006/main">
  <p:tag name="AS_UNIQUEID" val="356"/>
</p:tagLst>
</file>

<file path=ppt/tags/tag167.xml><?xml version="1.0" encoding="utf-8"?>
<p:tagLst xmlns:p="http://schemas.openxmlformats.org/presentationml/2006/main">
  <p:tag name="AS_UNIQUEID" val="377"/>
</p:tagLst>
</file>

<file path=ppt/tags/tag168.xml><?xml version="1.0" encoding="utf-8"?>
<p:tagLst xmlns:p="http://schemas.openxmlformats.org/presentationml/2006/main">
  <p:tag name="AS_UNIQUEID" val="369"/>
</p:tagLst>
</file>

<file path=ppt/tags/tag169.xml><?xml version="1.0" encoding="utf-8"?>
<p:tagLst xmlns:p="http://schemas.openxmlformats.org/presentationml/2006/main">
  <p:tag name="AS_UNIQUEID" val="378"/>
</p:tagLst>
</file>

<file path=ppt/tags/tag170.xml><?xml version="1.0" encoding="utf-8"?>
<p:tagLst xmlns:p="http://schemas.openxmlformats.org/presentationml/2006/main">
  <p:tag name="AS_UNIQUEID" val="373"/>
</p:tagLst>
</file>

<file path=ppt/tags/tag171.xml><?xml version="1.0" encoding="utf-8"?>
<p:tagLst xmlns:p="http://schemas.openxmlformats.org/presentationml/2006/main">
  <p:tag name="AS_UNIQUEID" val="379"/>
</p:tagLst>
</file>

<file path=ppt/tags/tag172.xml><?xml version="1.0" encoding="utf-8"?>
<p:tagLst xmlns:p="http://schemas.openxmlformats.org/presentationml/2006/main">
  <p:tag name="AS_UNIQUEID" val="371"/>
</p:tagLst>
</file>

<file path=ppt/tags/tag173.xml><?xml version="1.0" encoding="utf-8"?>
<p:tagLst xmlns:p="http://schemas.openxmlformats.org/presentationml/2006/main">
  <p:tag name="AS_UNIQUEID" val="361"/>
</p:tagLst>
</file>

<file path=ppt/tags/tag174.xml><?xml version="1.0" encoding="utf-8"?>
<p:tagLst xmlns:p="http://schemas.openxmlformats.org/presentationml/2006/main">
  <p:tag name="AS_UNIQUEID" val="362"/>
</p:tagLst>
</file>

<file path=ppt/tags/tag175.xml><?xml version="1.0" encoding="utf-8"?>
<p:tagLst xmlns:p="http://schemas.openxmlformats.org/presentationml/2006/main">
  <p:tag name="AS_UNIQUEID" val="363"/>
</p:tagLst>
</file>

<file path=ppt/tags/tag176.xml><?xml version="1.0" encoding="utf-8"?>
<p:tagLst xmlns:p="http://schemas.openxmlformats.org/presentationml/2006/main">
  <p:tag name="AS_UNIQUEID" val="364"/>
</p:tagLst>
</file>

<file path=ppt/tags/tag177.xml><?xml version="1.0" encoding="utf-8"?>
<p:tagLst xmlns:p="http://schemas.openxmlformats.org/presentationml/2006/main">
  <p:tag name="AS_UNIQUEID" val="365"/>
</p:tagLst>
</file>

<file path=ppt/tags/tag178.xml><?xml version="1.0" encoding="utf-8"?>
<p:tagLst xmlns:p="http://schemas.openxmlformats.org/presentationml/2006/main">
  <p:tag name="AS_UNIQUEID" val="366"/>
</p:tagLst>
</file>

<file path=ppt/tags/tag179.xml><?xml version="1.0" encoding="utf-8"?>
<p:tagLst xmlns:p="http://schemas.openxmlformats.org/presentationml/2006/main">
  <p:tag name="AS_UNIQUEID" val="367"/>
</p:tagLst>
</file>

<file path=ppt/tags/tag180.xml><?xml version="1.0" encoding="utf-8"?>
<p:tagLst xmlns:p="http://schemas.openxmlformats.org/presentationml/2006/main">
  <p:tag name="AS_UNIQUEID" val="480"/>
</p:tagLst>
</file>

<file path=ppt/tags/tag181.xml><?xml version="1.0" encoding="utf-8"?>
<p:tagLst xmlns:p="http://schemas.openxmlformats.org/presentationml/2006/main">
  <p:tag name="AS_UNIQUEID" val="481"/>
</p:tagLst>
</file>

<file path=ppt/tags/tag182.xml><?xml version="1.0" encoding="utf-8"?>
<p:tagLst xmlns:p="http://schemas.openxmlformats.org/presentationml/2006/main">
  <p:tag name="AS_UNIQUEID" val="482"/>
</p:tagLst>
</file>

<file path=ppt/tags/tag183.xml><?xml version="1.0" encoding="utf-8"?>
<p:tagLst xmlns:p="http://schemas.openxmlformats.org/presentationml/2006/main">
  <p:tag name="AS_UNIQUEID" val="380"/>
</p:tagLst>
</file>

<file path=ppt/tags/tag184.xml><?xml version="1.0" encoding="utf-8"?>
<p:tagLst xmlns:p="http://schemas.openxmlformats.org/presentationml/2006/main">
  <p:tag name="AS_UNIQUEID" val="381"/>
</p:tagLst>
</file>

<file path=ppt/tags/tag185.xml><?xml version="1.0" encoding="utf-8"?>
<p:tagLst xmlns:p="http://schemas.openxmlformats.org/presentationml/2006/main">
  <p:tag name="AS_UNIQUEID" val="382"/>
</p:tagLst>
</file>

<file path=ppt/tags/tag186.xml><?xml version="1.0" encoding="utf-8"?>
<p:tagLst xmlns:p="http://schemas.openxmlformats.org/presentationml/2006/main">
  <p:tag name="AS_UNIQUEID" val="414"/>
</p:tagLst>
</file>

<file path=ppt/tags/tag187.xml><?xml version="1.0" encoding="utf-8"?>
<p:tagLst xmlns:p="http://schemas.openxmlformats.org/presentationml/2006/main">
  <p:tag name="AS_UNIQUEID" val="404"/>
</p:tagLst>
</file>

<file path=ppt/tags/tag188.xml><?xml version="1.0" encoding="utf-8"?>
<p:tagLst xmlns:p="http://schemas.openxmlformats.org/presentationml/2006/main">
  <p:tag name="AS_UNIQUEID" val="405"/>
</p:tagLst>
</file>

<file path=ppt/tags/tag189.xml><?xml version="1.0" encoding="utf-8"?>
<p:tagLst xmlns:p="http://schemas.openxmlformats.org/presentationml/2006/main">
  <p:tag name="AS_UNIQUEID" val="415"/>
</p:tagLst>
</file>

<file path=ppt/tags/tag190.xml><?xml version="1.0" encoding="utf-8"?>
<p:tagLst xmlns:p="http://schemas.openxmlformats.org/presentationml/2006/main">
  <p:tag name="AS_UNIQUEID" val="399"/>
</p:tagLst>
</file>

<file path=ppt/tags/tag191.xml><?xml version="1.0" encoding="utf-8"?>
<p:tagLst xmlns:p="http://schemas.openxmlformats.org/presentationml/2006/main">
  <p:tag name="AS_UNIQUEID" val="400"/>
</p:tagLst>
</file>

<file path=ppt/tags/tag192.xml><?xml version="1.0" encoding="utf-8"?>
<p:tagLst xmlns:p="http://schemas.openxmlformats.org/presentationml/2006/main">
  <p:tag name="AS_UNIQUEID" val="416"/>
</p:tagLst>
</file>

<file path=ppt/tags/tag193.xml><?xml version="1.0" encoding="utf-8"?>
<p:tagLst xmlns:p="http://schemas.openxmlformats.org/presentationml/2006/main">
  <p:tag name="AS_UNIQUEID" val="409"/>
</p:tagLst>
</file>

<file path=ppt/tags/tag194.xml><?xml version="1.0" encoding="utf-8"?>
<p:tagLst xmlns:p="http://schemas.openxmlformats.org/presentationml/2006/main">
  <p:tag name="AS_UNIQUEID" val="410"/>
</p:tagLst>
</file>

<file path=ppt/tags/tag195.xml><?xml version="1.0" encoding="utf-8"?>
<p:tagLst xmlns:p="http://schemas.openxmlformats.org/presentationml/2006/main">
  <p:tag name="AS_UNIQUEID" val="417"/>
</p:tagLst>
</file>

<file path=ppt/tags/tag196.xml><?xml version="1.0" encoding="utf-8"?>
<p:tagLst xmlns:p="http://schemas.openxmlformats.org/presentationml/2006/main">
  <p:tag name="AS_UNIQUEID" val="406"/>
</p:tagLst>
</file>

<file path=ppt/tags/tag197.xml><?xml version="1.0" encoding="utf-8"?>
<p:tagLst xmlns:p="http://schemas.openxmlformats.org/presentationml/2006/main">
  <p:tag name="AS_UNIQUEID" val="418"/>
</p:tagLst>
</file>

<file path=ppt/tags/tag198.xml><?xml version="1.0" encoding="utf-8"?>
<p:tagLst xmlns:p="http://schemas.openxmlformats.org/presentationml/2006/main">
  <p:tag name="AS_UNIQUEID" val="411"/>
</p:tagLst>
</file>

<file path=ppt/tags/tag199.xml><?xml version="1.0" encoding="utf-8"?>
<p:tagLst xmlns:p="http://schemas.openxmlformats.org/presentationml/2006/main">
  <p:tag name="AS_UNIQUEID" val="419"/>
</p:tagLst>
</file>

<file path=ppt/tags/tag200.xml><?xml version="1.0" encoding="utf-8"?>
<p:tagLst xmlns:p="http://schemas.openxmlformats.org/presentationml/2006/main">
  <p:tag name="AS_UNIQUEID" val="401"/>
</p:tagLst>
</file>

<file path=ppt/tags/tag201.xml><?xml version="1.0" encoding="utf-8"?>
<p:tagLst xmlns:p="http://schemas.openxmlformats.org/presentationml/2006/main">
  <p:tag name="AS_UNIQUEID" val="420"/>
</p:tagLst>
</file>

<file path=ppt/tags/tag202.xml><?xml version="1.0" encoding="utf-8"?>
<p:tagLst xmlns:p="http://schemas.openxmlformats.org/presentationml/2006/main">
  <p:tag name="AS_UNIQUEID" val="407"/>
</p:tagLst>
</file>

<file path=ppt/tags/tag203.xml><?xml version="1.0" encoding="utf-8"?>
<p:tagLst xmlns:p="http://schemas.openxmlformats.org/presentationml/2006/main">
  <p:tag name="AS_UNIQUEID" val="421"/>
</p:tagLst>
</file>

<file path=ppt/tags/tag204.xml><?xml version="1.0" encoding="utf-8"?>
<p:tagLst xmlns:p="http://schemas.openxmlformats.org/presentationml/2006/main">
  <p:tag name="AS_UNIQUEID" val="412"/>
</p:tagLst>
</file>

<file path=ppt/tags/tag205.xml><?xml version="1.0" encoding="utf-8"?>
<p:tagLst xmlns:p="http://schemas.openxmlformats.org/presentationml/2006/main">
  <p:tag name="AS_UNIQUEID" val="394"/>
</p:tagLst>
</file>

<file path=ppt/tags/tag206.xml><?xml version="1.0" encoding="utf-8"?>
<p:tagLst xmlns:p="http://schemas.openxmlformats.org/presentationml/2006/main">
  <p:tag name="AS_UNIQUEID" val="422"/>
</p:tagLst>
</file>

<file path=ppt/tags/tag207.xml><?xml version="1.0" encoding="utf-8"?>
<p:tagLst xmlns:p="http://schemas.openxmlformats.org/presentationml/2006/main">
  <p:tag name="AS_UNIQUEID" val="408"/>
</p:tagLst>
</file>

<file path=ppt/tags/tag208.xml><?xml version="1.0" encoding="utf-8"?>
<p:tagLst xmlns:p="http://schemas.openxmlformats.org/presentationml/2006/main">
  <p:tag name="AS_UNIQUEID" val="423"/>
</p:tagLst>
</file>

<file path=ppt/tags/tag209.xml><?xml version="1.0" encoding="utf-8"?>
<p:tagLst xmlns:p="http://schemas.openxmlformats.org/presentationml/2006/main">
  <p:tag name="AS_UNIQUEID" val="413"/>
</p:tagLst>
</file>

<file path=ppt/tags/tag210.xml><?xml version="1.0" encoding="utf-8"?>
<p:tagLst xmlns:p="http://schemas.openxmlformats.org/presentationml/2006/main">
  <p:tag name="AS_UNIQUEID" val="424"/>
</p:tagLst>
</file>

<file path=ppt/tags/tag211.xml><?xml version="1.0" encoding="utf-8"?>
<p:tagLst xmlns:p="http://schemas.openxmlformats.org/presentationml/2006/main">
  <p:tag name="AS_UNIQUEID" val="402"/>
</p:tagLst>
</file>

<file path=ppt/tags/tag212.xml><?xml version="1.0" encoding="utf-8"?>
<p:tagLst xmlns:p="http://schemas.openxmlformats.org/presentationml/2006/main">
  <p:tag name="AS_UNIQUEID" val="403"/>
</p:tagLst>
</file>

<file path=ppt/tags/tag213.xml><?xml version="1.0" encoding="utf-8"?>
<p:tagLst xmlns:p="http://schemas.openxmlformats.org/presentationml/2006/main">
  <p:tag name="AS_UNIQUEID" val="485"/>
</p:tagLst>
</file>

<file path=ppt/tags/tag214.xml><?xml version="1.0" encoding="utf-8"?>
<p:tagLst xmlns:p="http://schemas.openxmlformats.org/presentationml/2006/main">
  <p:tag name="AS_UNIQUEID" val="486"/>
</p:tagLst>
</file>

<file path=ppt/tags/tag215.xml><?xml version="1.0" encoding="utf-8"?>
<p:tagLst xmlns:p="http://schemas.openxmlformats.org/presentationml/2006/main">
  <p:tag name="AS_UNIQUEID" val="487"/>
</p:tagLst>
</file>

<file path=ppt/tags/tag216.xml><?xml version="1.0" encoding="utf-8"?>
<p:tagLst xmlns:p="http://schemas.openxmlformats.org/presentationml/2006/main">
  <p:tag name="AS_UNIQUEID" val="380"/>
</p:tagLst>
</file>

<file path=ppt/tags/tag217.xml><?xml version="1.0" encoding="utf-8"?>
<p:tagLst xmlns:p="http://schemas.openxmlformats.org/presentationml/2006/main">
  <p:tag name="AS_UNIQUEID" val="381"/>
</p:tagLst>
</file>

<file path=ppt/tags/tag218.xml><?xml version="1.0" encoding="utf-8"?>
<p:tagLst xmlns:p="http://schemas.openxmlformats.org/presentationml/2006/main">
  <p:tag name="AS_UNIQUEID" val="382"/>
</p:tagLst>
</file>

<file path=ppt/tags/tag219.xml><?xml version="1.0" encoding="utf-8"?>
<p:tagLst xmlns:p="http://schemas.openxmlformats.org/presentationml/2006/main">
  <p:tag name="AS_UNIQUEID" val="394"/>
</p:tagLst>
</file>

<file path=ppt/tags/tag220.xml><?xml version="1.0" encoding="utf-8"?>
<p:tagLst xmlns:p="http://schemas.openxmlformats.org/presentationml/2006/main">
  <p:tag name="AS_UNIQUEID" val="485"/>
</p:tagLst>
</file>

<file path=ppt/tags/tag221.xml><?xml version="1.0" encoding="utf-8"?>
<p:tagLst xmlns:p="http://schemas.openxmlformats.org/presentationml/2006/main">
  <p:tag name="AS_UNIQUEID" val="486"/>
</p:tagLst>
</file>

<file path=ppt/tags/tag222.xml><?xml version="1.0" encoding="utf-8"?>
<p:tagLst xmlns:p="http://schemas.openxmlformats.org/presentationml/2006/main">
  <p:tag name="AS_UNIQUEID" val="487"/>
</p:tagLst>
</file>

<file path=ppt/tags/tag223.xml><?xml version="1.0" encoding="utf-8"?>
<p:tagLst xmlns:p="http://schemas.openxmlformats.org/presentationml/2006/main">
  <p:tag name="AS_UNIQUEID" val="0"/>
</p:tagLst>
</file>

<file path=ppt/tags/tag224.xml><?xml version="1.0" encoding="utf-8"?>
<p:tagLst xmlns:p="http://schemas.openxmlformats.org/presentationml/2006/main">
  <p:tag name="AS_UNIQUEID" val="1"/>
</p:tagLst>
</file>

<file path=ppt/tags/tag225.xml><?xml version="1.0" encoding="utf-8"?>
<p:tagLst xmlns:p="http://schemas.openxmlformats.org/presentationml/2006/main">
  <p:tag name="AS_UNIQUEID" val="490"/>
</p:tagLst>
</file>

<file path=ppt/tags/tag226.xml><?xml version="1.0" encoding="utf-8"?>
<p:tagLst xmlns:p="http://schemas.openxmlformats.org/presentationml/2006/main">
  <p:tag name="AS_UNIQUEID" val="491"/>
</p:tagLst>
</file>

<file path=ppt/tags/tag227.xml><?xml version="1.0" encoding="utf-8"?>
<p:tagLst xmlns:p="http://schemas.openxmlformats.org/presentationml/2006/main">
  <p:tag name="AS_UNIQUEID" val="492"/>
</p:tagLst>
</file>

<file path=ppt/tags/tag228.xml><?xml version="1.0" encoding="utf-8"?>
<p:tagLst xmlns:p="http://schemas.openxmlformats.org/presentationml/2006/main">
  <p:tag name="AS_UNIQUEID" val="3"/>
</p:tagLst>
</file>

<file path=ppt/tags/tag229.xml><?xml version="1.0" encoding="utf-8"?>
<p:tagLst xmlns:p="http://schemas.openxmlformats.org/presentationml/2006/main">
  <p:tag name="AS_UNIQUEID" val="4"/>
</p:tagLst>
</file>

<file path=ppt/tags/tag230.xml><?xml version="1.0" encoding="utf-8"?>
<p:tagLst xmlns:p="http://schemas.openxmlformats.org/presentationml/2006/main">
  <p:tag name="AS_UNIQUEID" val="5"/>
</p:tagLst>
</file>

<file path=ppt/tags/tag231.xml><?xml version="1.0" encoding="utf-8"?>
<p:tagLst xmlns:p="http://schemas.openxmlformats.org/presentationml/2006/main">
  <p:tag name="AS_UNIQUEID" val="17"/>
</p:tagLst>
</file>

<file path=ppt/tags/tag232.xml><?xml version="1.0" encoding="utf-8"?>
<p:tagLst xmlns:p="http://schemas.openxmlformats.org/presentationml/2006/main">
  <p:tag name="AS_UNIQUEID" val="495"/>
</p:tagLst>
</file>

<file path=ppt/tags/tag233.xml><?xml version="1.0" encoding="utf-8"?>
<p:tagLst xmlns:p="http://schemas.openxmlformats.org/presentationml/2006/main">
  <p:tag name="AS_UNIQUEID" val="496"/>
</p:tagLst>
</file>

<file path=ppt/tags/tag234.xml><?xml version="1.0" encoding="utf-8"?>
<p:tagLst xmlns:p="http://schemas.openxmlformats.org/presentationml/2006/main">
  <p:tag name="AS_UNIQUEID" val="497"/>
</p:tagLst>
</file>

<file path=ppt/tags/tag235.xml><?xml version="1.0" encoding="utf-8"?>
<p:tagLst xmlns:p="http://schemas.openxmlformats.org/presentationml/2006/main">
  <p:tag name="AS_UNIQUEID" val="3"/>
</p:tagLst>
</file>

<file path=ppt/tags/tag236.xml><?xml version="1.0" encoding="utf-8"?>
<p:tagLst xmlns:p="http://schemas.openxmlformats.org/presentationml/2006/main">
  <p:tag name="AS_UNIQUEID" val="4"/>
</p:tagLst>
</file>

<file path=ppt/tags/tag237.xml><?xml version="1.0" encoding="utf-8"?>
<p:tagLst xmlns:p="http://schemas.openxmlformats.org/presentationml/2006/main">
  <p:tag name="AS_UNIQUEID" val="5"/>
</p:tagLst>
</file>

<file path=ppt/tags/tag238.xml><?xml version="1.0" encoding="utf-8"?>
<p:tagLst xmlns:p="http://schemas.openxmlformats.org/presentationml/2006/main">
  <p:tag name="AS_UNIQUEID" val="17"/>
</p:tagLst>
</file>

<file path=ppt/tags/tag239.xml><?xml version="1.0" encoding="utf-8"?>
<p:tagLst xmlns:p="http://schemas.openxmlformats.org/presentationml/2006/main">
  <p:tag name="AS_UNIQUEID" val="495"/>
</p:tagLst>
</file>

<file path=ppt/tags/tag240.xml><?xml version="1.0" encoding="utf-8"?>
<p:tagLst xmlns:p="http://schemas.openxmlformats.org/presentationml/2006/main">
  <p:tag name="AS_UNIQUEID" val="496"/>
</p:tagLst>
</file>

<file path=ppt/tags/tag241.xml><?xml version="1.0" encoding="utf-8"?>
<p:tagLst xmlns:p="http://schemas.openxmlformats.org/presentationml/2006/main">
  <p:tag name="AS_UNIQUEID" val="497"/>
</p:tagLst>
</file>

<file path=ppt/tags/tag242.xml><?xml version="1.0" encoding="utf-8"?>
<p:tagLst xmlns:p="http://schemas.openxmlformats.org/presentationml/2006/main">
  <p:tag name="AS_UNIQUEID" val="3"/>
</p:tagLst>
</file>

<file path=ppt/tags/tag243.xml><?xml version="1.0" encoding="utf-8"?>
<p:tagLst xmlns:p="http://schemas.openxmlformats.org/presentationml/2006/main">
  <p:tag name="AS_UNIQUEID" val="4"/>
</p:tagLst>
</file>

<file path=ppt/tags/tag244.xml><?xml version="1.0" encoding="utf-8"?>
<p:tagLst xmlns:p="http://schemas.openxmlformats.org/presentationml/2006/main">
  <p:tag name="AS_UNIQUEID" val="5"/>
</p:tagLst>
</file>

<file path=ppt/tags/tag245.xml><?xml version="1.0" encoding="utf-8"?>
<p:tagLst xmlns:p="http://schemas.openxmlformats.org/presentationml/2006/main">
  <p:tag name="AS_UNIQUEID" val="17"/>
</p:tagLst>
</file>

<file path=ppt/tags/tag246.xml><?xml version="1.0" encoding="utf-8"?>
<p:tagLst xmlns:p="http://schemas.openxmlformats.org/presentationml/2006/main">
  <p:tag name="AS_UNIQUEID" val="495"/>
</p:tagLst>
</file>

<file path=ppt/tags/tag247.xml><?xml version="1.0" encoding="utf-8"?>
<p:tagLst xmlns:p="http://schemas.openxmlformats.org/presentationml/2006/main">
  <p:tag name="AS_UNIQUEID" val="496"/>
</p:tagLst>
</file>

<file path=ppt/tags/tag248.xml><?xml version="1.0" encoding="utf-8"?>
<p:tagLst xmlns:p="http://schemas.openxmlformats.org/presentationml/2006/main">
  <p:tag name="AS_UNIQUEID" val="497"/>
</p:tagLst>
</file>

<file path=ppt/tags/tag249.xml><?xml version="1.0" encoding="utf-8"?>
<p:tagLst xmlns:p="http://schemas.openxmlformats.org/presentationml/2006/main">
  <p:tag name="AS_UNIQUEID" val="3"/>
</p:tagLst>
</file>

<file path=ppt/tags/tag250.xml><?xml version="1.0" encoding="utf-8"?>
<p:tagLst xmlns:p="http://schemas.openxmlformats.org/presentationml/2006/main">
  <p:tag name="AS_UNIQUEID" val="4"/>
</p:tagLst>
</file>

<file path=ppt/tags/tag251.xml><?xml version="1.0" encoding="utf-8"?>
<p:tagLst xmlns:p="http://schemas.openxmlformats.org/presentationml/2006/main">
  <p:tag name="AS_UNIQUEID" val="5"/>
</p:tagLst>
</file>

<file path=ppt/tags/tag252.xml><?xml version="1.0" encoding="utf-8"?>
<p:tagLst xmlns:p="http://schemas.openxmlformats.org/presentationml/2006/main">
  <p:tag name="AS_UNIQUEID" val="17"/>
</p:tagLst>
</file>

<file path=ppt/tags/tag253.xml><?xml version="1.0" encoding="utf-8"?>
<p:tagLst xmlns:p="http://schemas.openxmlformats.org/presentationml/2006/main">
  <p:tag name="AS_UNIQUEID" val="495"/>
</p:tagLst>
</file>

<file path=ppt/tags/tag254.xml><?xml version="1.0" encoding="utf-8"?>
<p:tagLst xmlns:p="http://schemas.openxmlformats.org/presentationml/2006/main">
  <p:tag name="AS_UNIQUEID" val="496"/>
</p:tagLst>
</file>

<file path=ppt/tags/tag255.xml><?xml version="1.0" encoding="utf-8"?>
<p:tagLst xmlns:p="http://schemas.openxmlformats.org/presentationml/2006/main">
  <p:tag name="AS_UNIQUEID" val="497"/>
</p:tagLst>
</file>

<file path=ppt/tags/tag256.xml><?xml version="1.0" encoding="utf-8"?>
<p:tagLst xmlns:p="http://schemas.openxmlformats.org/presentationml/2006/main">
  <p:tag name="AS_UNIQUEID" val="3"/>
</p:tagLst>
</file>

<file path=ppt/tags/tag257.xml><?xml version="1.0" encoding="utf-8"?>
<p:tagLst xmlns:p="http://schemas.openxmlformats.org/presentationml/2006/main">
  <p:tag name="AS_UNIQUEID" val="4"/>
</p:tagLst>
</file>

<file path=ppt/tags/tag258.xml><?xml version="1.0" encoding="utf-8"?>
<p:tagLst xmlns:p="http://schemas.openxmlformats.org/presentationml/2006/main">
  <p:tag name="AS_UNIQUEID" val="5"/>
</p:tagLst>
</file>

<file path=ppt/tags/tag259.xml><?xml version="1.0" encoding="utf-8"?>
<p:tagLst xmlns:p="http://schemas.openxmlformats.org/presentationml/2006/main">
  <p:tag name="AS_UNIQUEID" val="17"/>
</p:tagLst>
</file>

<file path=ppt/tags/tag260.xml><?xml version="1.0" encoding="utf-8"?>
<p:tagLst xmlns:p="http://schemas.openxmlformats.org/presentationml/2006/main">
  <p:tag name="AS_UNIQUEID" val="495"/>
</p:tagLst>
</file>

<file path=ppt/tags/tag261.xml><?xml version="1.0" encoding="utf-8"?>
<p:tagLst xmlns:p="http://schemas.openxmlformats.org/presentationml/2006/main">
  <p:tag name="AS_UNIQUEID" val="496"/>
</p:tagLst>
</file>

<file path=ppt/tags/tag262.xml><?xml version="1.0" encoding="utf-8"?>
<p:tagLst xmlns:p="http://schemas.openxmlformats.org/presentationml/2006/main">
  <p:tag name="AS_UNIQUEID" val="497"/>
</p:tagLst>
</file>

<file path=ppt/tags/tag263.xml><?xml version="1.0" encoding="utf-8"?>
<p:tagLst xmlns:p="http://schemas.openxmlformats.org/presentationml/2006/main">
  <p:tag name="AS_UNIQUEID" val="3"/>
</p:tagLst>
</file>

<file path=ppt/tags/tag264.xml><?xml version="1.0" encoding="utf-8"?>
<p:tagLst xmlns:p="http://schemas.openxmlformats.org/presentationml/2006/main">
  <p:tag name="AS_UNIQUEID" val="4"/>
</p:tagLst>
</file>

<file path=ppt/tags/tag265.xml><?xml version="1.0" encoding="utf-8"?>
<p:tagLst xmlns:p="http://schemas.openxmlformats.org/presentationml/2006/main">
  <p:tag name="AS_UNIQUEID" val="5"/>
</p:tagLst>
</file>

<file path=ppt/tags/tag266.xml><?xml version="1.0" encoding="utf-8"?>
<p:tagLst xmlns:p="http://schemas.openxmlformats.org/presentationml/2006/main">
  <p:tag name="AS_UNIQUEID" val="17"/>
</p:tagLst>
</file>

<file path=ppt/tags/tag267.xml><?xml version="1.0" encoding="utf-8"?>
<p:tagLst xmlns:p="http://schemas.openxmlformats.org/presentationml/2006/main">
  <p:tag name="AS_UNIQUEID" val="495"/>
</p:tagLst>
</file>

<file path=ppt/tags/tag268.xml><?xml version="1.0" encoding="utf-8"?>
<p:tagLst xmlns:p="http://schemas.openxmlformats.org/presentationml/2006/main">
  <p:tag name="AS_UNIQUEID" val="496"/>
</p:tagLst>
</file>

<file path=ppt/tags/tag269.xml><?xml version="1.0" encoding="utf-8"?>
<p:tagLst xmlns:p="http://schemas.openxmlformats.org/presentationml/2006/main">
  <p:tag name="AS_UNIQUEID" val="497"/>
</p:tagLst>
</file>

<file path=ppt/tags/tag270.xml><?xml version="1.0" encoding="utf-8"?>
<p:tagLst xmlns:p="http://schemas.openxmlformats.org/presentationml/2006/main">
  <p:tag name="AS_UNIQUEID" val="3"/>
</p:tagLst>
</file>

<file path=ppt/tags/tag271.xml><?xml version="1.0" encoding="utf-8"?>
<p:tagLst xmlns:p="http://schemas.openxmlformats.org/presentationml/2006/main">
  <p:tag name="AS_UNIQUEID" val="4"/>
</p:tagLst>
</file>

<file path=ppt/tags/tag272.xml><?xml version="1.0" encoding="utf-8"?>
<p:tagLst xmlns:p="http://schemas.openxmlformats.org/presentationml/2006/main">
  <p:tag name="AS_UNIQUEID" val="5"/>
</p:tagLst>
</file>

<file path=ppt/tags/tag273.xml><?xml version="1.0" encoding="utf-8"?>
<p:tagLst xmlns:p="http://schemas.openxmlformats.org/presentationml/2006/main">
  <p:tag name="AS_UNIQUEID" val="17"/>
</p:tagLst>
</file>

<file path=ppt/tags/tag274.xml><?xml version="1.0" encoding="utf-8"?>
<p:tagLst xmlns:p="http://schemas.openxmlformats.org/presentationml/2006/main">
  <p:tag name="AS_UNIQUEID" val="495"/>
</p:tagLst>
</file>

<file path=ppt/tags/tag275.xml><?xml version="1.0" encoding="utf-8"?>
<p:tagLst xmlns:p="http://schemas.openxmlformats.org/presentationml/2006/main">
  <p:tag name="AS_UNIQUEID" val="496"/>
</p:tagLst>
</file>

<file path=ppt/tags/tag276.xml><?xml version="1.0" encoding="utf-8"?>
<p:tagLst xmlns:p="http://schemas.openxmlformats.org/presentationml/2006/main">
  <p:tag name="AS_UNIQUEID" val="497"/>
</p:tagLst>
</file>

<file path=ppt/tags/tag277.xml><?xml version="1.0" encoding="utf-8"?>
<p:tagLst xmlns:p="http://schemas.openxmlformats.org/presentationml/2006/main">
  <p:tag name="AS_UNIQUEID" val="3"/>
</p:tagLst>
</file>

<file path=ppt/tags/tag278.xml><?xml version="1.0" encoding="utf-8"?>
<p:tagLst xmlns:p="http://schemas.openxmlformats.org/presentationml/2006/main">
  <p:tag name="AS_UNIQUEID" val="4"/>
</p:tagLst>
</file>

<file path=ppt/tags/tag279.xml><?xml version="1.0" encoding="utf-8"?>
<p:tagLst xmlns:p="http://schemas.openxmlformats.org/presentationml/2006/main">
  <p:tag name="AS_UNIQUEID" val="5"/>
</p:tagLst>
</file>

<file path=ppt/tags/tag280.xml><?xml version="1.0" encoding="utf-8"?>
<p:tagLst xmlns:p="http://schemas.openxmlformats.org/presentationml/2006/main">
  <p:tag name="AS_UNIQUEID" val="17"/>
</p:tagLst>
</file>

<file path=ppt/tags/tag281.xml><?xml version="1.0" encoding="utf-8"?>
<p:tagLst xmlns:p="http://schemas.openxmlformats.org/presentationml/2006/main">
  <p:tag name="AS_UNIQUEID" val="495"/>
</p:tagLst>
</file>

<file path=ppt/tags/tag282.xml><?xml version="1.0" encoding="utf-8"?>
<p:tagLst xmlns:p="http://schemas.openxmlformats.org/presentationml/2006/main">
  <p:tag name="AS_UNIQUEID" val="496"/>
</p:tagLst>
</file>

<file path=ppt/tags/tag283.xml><?xml version="1.0" encoding="utf-8"?>
<p:tagLst xmlns:p="http://schemas.openxmlformats.org/presentationml/2006/main">
  <p:tag name="AS_UNIQUEID" val="497"/>
</p:tagLst>
</file>

<file path=ppt/tags/tag284.xml><?xml version="1.0" encoding="utf-8"?>
<p:tagLst xmlns:p="http://schemas.openxmlformats.org/presentationml/2006/main">
  <p:tag name="AS_UNIQUEID" val="104"/>
</p:tagLst>
</file>

<file path=ppt/tags/tag285.xml><?xml version="1.0" encoding="utf-8"?>
<p:tagLst xmlns:p="http://schemas.openxmlformats.org/presentationml/2006/main">
  <p:tag name="AS_UNIQUEID" val="105"/>
</p:tagLst>
</file>

<file path=ppt/tags/tag286.xml><?xml version="1.0" encoding="utf-8"?>
<p:tagLst xmlns:p="http://schemas.openxmlformats.org/presentationml/2006/main">
  <p:tag name="AS_UNIQUEID" val="106"/>
</p:tagLst>
</file>

<file path=ppt/tags/tag287.xml><?xml version="1.0" encoding="utf-8"?>
<p:tagLst xmlns:p="http://schemas.openxmlformats.org/presentationml/2006/main">
  <p:tag name="AS_UNIQUEID" val="138"/>
</p:tagLst>
</file>

<file path=ppt/tags/tag288.xml><?xml version="1.0" encoding="utf-8"?>
<p:tagLst xmlns:p="http://schemas.openxmlformats.org/presentationml/2006/main">
  <p:tag name="AS_UNIQUEID" val="132"/>
</p:tagLst>
</file>

<file path=ppt/tags/tag289.xml><?xml version="1.0" encoding="utf-8"?>
<p:tagLst xmlns:p="http://schemas.openxmlformats.org/presentationml/2006/main">
  <p:tag name="AS_UNIQUEID" val="139"/>
</p:tagLst>
</file>

<file path=ppt/tags/tag290.xml><?xml version="1.0" encoding="utf-8"?>
<p:tagLst xmlns:p="http://schemas.openxmlformats.org/presentationml/2006/main">
  <p:tag name="AS_UNIQUEID" val="129"/>
</p:tagLst>
</file>

<file path=ppt/tags/tag291.xml><?xml version="1.0" encoding="utf-8"?>
<p:tagLst xmlns:p="http://schemas.openxmlformats.org/presentationml/2006/main">
  <p:tag name="AS_UNIQUEID" val="140"/>
</p:tagLst>
</file>

<file path=ppt/tags/tag292.xml><?xml version="1.0" encoding="utf-8"?>
<p:tagLst xmlns:p="http://schemas.openxmlformats.org/presentationml/2006/main">
  <p:tag name="AS_UNIQUEID" val="135"/>
</p:tagLst>
</file>

<file path=ppt/tags/tag293.xml><?xml version="1.0" encoding="utf-8"?>
<p:tagLst xmlns:p="http://schemas.openxmlformats.org/presentationml/2006/main">
  <p:tag name="AS_UNIQUEID" val="141"/>
</p:tagLst>
</file>

<file path=ppt/tags/tag294.xml><?xml version="1.0" encoding="utf-8"?>
<p:tagLst xmlns:p="http://schemas.openxmlformats.org/presentationml/2006/main">
  <p:tag name="AS_UNIQUEID" val="126"/>
</p:tagLst>
</file>

<file path=ppt/tags/tag295.xml><?xml version="1.0" encoding="utf-8"?>
<p:tagLst xmlns:p="http://schemas.openxmlformats.org/presentationml/2006/main">
  <p:tag name="AS_UNIQUEID" val="142"/>
</p:tagLst>
</file>

<file path=ppt/tags/tag296.xml><?xml version="1.0" encoding="utf-8"?>
<p:tagLst xmlns:p="http://schemas.openxmlformats.org/presentationml/2006/main">
  <p:tag name="AS_UNIQUEID" val="123"/>
</p:tagLst>
</file>

<file path=ppt/tags/tag297.xml><?xml version="1.0" encoding="utf-8"?>
<p:tagLst xmlns:p="http://schemas.openxmlformats.org/presentationml/2006/main">
  <p:tag name="AS_UNIQUEID" val="143"/>
</p:tagLst>
</file>

<file path=ppt/tags/tag298.xml><?xml version="1.0" encoding="utf-8"?>
<p:tagLst xmlns:p="http://schemas.openxmlformats.org/presentationml/2006/main">
  <p:tag name="AS_UNIQUEID" val="130"/>
</p:tagLst>
</file>

<file path=ppt/tags/tag299.xml><?xml version="1.0" encoding="utf-8"?>
<p:tagLst xmlns:p="http://schemas.openxmlformats.org/presentationml/2006/main">
  <p:tag name="AS_UNIQUEID" val="144"/>
</p:tagLst>
</file>

<file path=ppt/tags/tag300.xml><?xml version="1.0" encoding="utf-8"?>
<p:tagLst xmlns:p="http://schemas.openxmlformats.org/presentationml/2006/main">
  <p:tag name="AS_UNIQUEID" val="127"/>
</p:tagLst>
</file>

<file path=ppt/tags/tag301.xml><?xml version="1.0" encoding="utf-8"?>
<p:tagLst xmlns:p="http://schemas.openxmlformats.org/presentationml/2006/main">
  <p:tag name="AS_UNIQUEID" val="145"/>
</p:tagLst>
</file>

<file path=ppt/tags/tag302.xml><?xml version="1.0" encoding="utf-8"?>
<p:tagLst xmlns:p="http://schemas.openxmlformats.org/presentationml/2006/main">
  <p:tag name="AS_UNIQUEID" val="136"/>
</p:tagLst>
</file>

<file path=ppt/tags/tag303.xml><?xml version="1.0" encoding="utf-8"?>
<p:tagLst xmlns:p="http://schemas.openxmlformats.org/presentationml/2006/main">
  <p:tag name="AS_UNIQUEID" val="146"/>
</p:tagLst>
</file>

<file path=ppt/tags/tag304.xml><?xml version="1.0" encoding="utf-8"?>
<p:tagLst xmlns:p="http://schemas.openxmlformats.org/presentationml/2006/main">
  <p:tag name="AS_UNIQUEID" val="124"/>
</p:tagLst>
</file>

<file path=ppt/tags/tag305.xml><?xml version="1.0" encoding="utf-8"?>
<p:tagLst xmlns:p="http://schemas.openxmlformats.org/presentationml/2006/main">
  <p:tag name="AS_UNIQUEID" val="116"/>
</p:tagLst>
</file>

<file path=ppt/tags/tag306.xml><?xml version="1.0" encoding="utf-8"?>
<p:tagLst xmlns:p="http://schemas.openxmlformats.org/presentationml/2006/main">
  <p:tag name="AS_UNIQUEID" val="147"/>
</p:tagLst>
</file>

<file path=ppt/tags/tag307.xml><?xml version="1.0" encoding="utf-8"?>
<p:tagLst xmlns:p="http://schemas.openxmlformats.org/presentationml/2006/main">
  <p:tag name="AS_UNIQUEID" val="128"/>
</p:tagLst>
</file>

<file path=ppt/tags/tag308.xml><?xml version="1.0" encoding="utf-8"?>
<p:tagLst xmlns:p="http://schemas.openxmlformats.org/presentationml/2006/main">
  <p:tag name="AS_UNIQUEID" val="148"/>
</p:tagLst>
</file>

<file path=ppt/tags/tag309.xml><?xml version="1.0" encoding="utf-8"?>
<p:tagLst xmlns:p="http://schemas.openxmlformats.org/presentationml/2006/main">
  <p:tag name="AS_UNIQUEID" val="131"/>
</p:tagLst>
</file>

<file path=ppt/tags/tag310.xml><?xml version="1.0" encoding="utf-8"?>
<p:tagLst xmlns:p="http://schemas.openxmlformats.org/presentationml/2006/main">
  <p:tag name="AS_UNIQUEID" val="149"/>
</p:tagLst>
</file>

<file path=ppt/tags/tag311.xml><?xml version="1.0" encoding="utf-8"?>
<p:tagLst xmlns:p="http://schemas.openxmlformats.org/presentationml/2006/main">
  <p:tag name="AS_UNIQUEID" val="133"/>
</p:tagLst>
</file>

<file path=ppt/tags/tag312.xml><?xml version="1.0" encoding="utf-8"?>
<p:tagLst xmlns:p="http://schemas.openxmlformats.org/presentationml/2006/main">
  <p:tag name="AS_UNIQUEID" val="150"/>
</p:tagLst>
</file>

<file path=ppt/tags/tag313.xml><?xml version="1.0" encoding="utf-8"?>
<p:tagLst xmlns:p="http://schemas.openxmlformats.org/presentationml/2006/main">
  <p:tag name="AS_UNIQUEID" val="125"/>
</p:tagLst>
</file>

<file path=ppt/tags/tag314.xml><?xml version="1.0" encoding="utf-8"?>
<p:tagLst xmlns:p="http://schemas.openxmlformats.org/presentationml/2006/main">
  <p:tag name="AS_UNIQUEID" val="151"/>
</p:tagLst>
</file>

<file path=ppt/tags/tag315.xml><?xml version="1.0" encoding="utf-8"?>
<p:tagLst xmlns:p="http://schemas.openxmlformats.org/presentationml/2006/main">
  <p:tag name="AS_UNIQUEID" val="134"/>
</p:tagLst>
</file>

<file path=ppt/tags/tag316.xml><?xml version="1.0" encoding="utf-8"?>
<p:tagLst xmlns:p="http://schemas.openxmlformats.org/presentationml/2006/main">
  <p:tag name="AS_UNIQUEID" val="152"/>
</p:tagLst>
</file>

<file path=ppt/tags/tag317.xml><?xml version="1.0" encoding="utf-8"?>
<p:tagLst xmlns:p="http://schemas.openxmlformats.org/presentationml/2006/main">
  <p:tag name="AS_UNIQUEID" val="137"/>
</p:tagLst>
</file>

<file path=ppt/tags/tag318.xml><?xml version="1.0" encoding="utf-8"?>
<p:tagLst xmlns:p="http://schemas.openxmlformats.org/presentationml/2006/main">
  <p:tag name="AS_UNIQUEID" val="510"/>
</p:tagLst>
</file>

<file path=ppt/tags/tag319.xml><?xml version="1.0" encoding="utf-8"?>
<p:tagLst xmlns:p="http://schemas.openxmlformats.org/presentationml/2006/main">
  <p:tag name="AS_UNIQUEID" val="511"/>
</p:tagLst>
</file>

<file path=ppt/tags/tag320.xml><?xml version="1.0" encoding="utf-8"?>
<p:tagLst xmlns:p="http://schemas.openxmlformats.org/presentationml/2006/main">
  <p:tag name="AS_UNIQUEID" val="512"/>
</p:tagLst>
</file>

<file path=ppt/tags/tag321.xml><?xml version="1.0" encoding="utf-8"?>
<p:tagLst xmlns:p="http://schemas.openxmlformats.org/presentationml/2006/main">
  <p:tag name="AS_UNIQUEID" val="153"/>
</p:tagLst>
</file>

<file path=ppt/tags/tag322.xml><?xml version="1.0" encoding="utf-8"?>
<p:tagLst xmlns:p="http://schemas.openxmlformats.org/presentationml/2006/main">
  <p:tag name="AS_UNIQUEID" val="515"/>
</p:tagLst>
</file>

<file path=ppt/tags/tag323.xml><?xml version="1.0" encoding="utf-8"?>
<p:tagLst xmlns:p="http://schemas.openxmlformats.org/presentationml/2006/main">
  <p:tag name="AS_UNIQUEID" val="516"/>
</p:tagLst>
</file>

<file path=ppt/tags/tag324.xml><?xml version="1.0" encoding="utf-8"?>
<p:tagLst xmlns:p="http://schemas.openxmlformats.org/presentationml/2006/main">
  <p:tag name="AS_UNIQUEID" val="517"/>
</p:tagLst>
</file>

<file path=ppt/tags/tag325.xml><?xml version="1.0" encoding="utf-8"?>
<p:tagLst xmlns:p="http://schemas.openxmlformats.org/presentationml/2006/main">
  <p:tag name="AS_UNIQUEID" val="428"/>
</p:tagLst>
</file>

<file path=ppt/tags/tag326.xml><?xml version="1.0" encoding="utf-8"?>
<p:tagLst xmlns:p="http://schemas.openxmlformats.org/presentationml/2006/main">
  <p:tag name="AS_UNIQUEID" val="429"/>
</p:tagLst>
</file>

<file path=ppt/tags/tag327.xml><?xml version="1.0" encoding="utf-8"?>
<p:tagLst xmlns:p="http://schemas.openxmlformats.org/presentationml/2006/main">
  <p:tag name="AS_UNIQUEID" val="430"/>
</p:tagLst>
</file>

<file path=ppt/tags/tag328.xml><?xml version="1.0" encoding="utf-8"?>
<p:tagLst xmlns:p="http://schemas.openxmlformats.org/presentationml/2006/main">
  <p:tag name="AS_UNIQUEID" val="431"/>
</p:tagLst>
</file>

<file path=ppt/tags/tag329.xml><?xml version="1.0" encoding="utf-8"?>
<p:tagLst xmlns:p="http://schemas.openxmlformats.org/presentationml/2006/main">
  <p:tag name="AS_UNIQUEID" val="432"/>
</p:tagLst>
</file>

<file path=ppt/tags/tag330.xml><?xml version="1.0" encoding="utf-8"?>
<p:tagLst xmlns:p="http://schemas.openxmlformats.org/presentationml/2006/main">
  <p:tag name="AS_UNIQUEID" val="433"/>
</p:tagLst>
</file>

<file path=ppt/tags/tag331.xml><?xml version="1.0" encoding="utf-8"?>
<p:tagLst xmlns:p="http://schemas.openxmlformats.org/presentationml/2006/main">
  <p:tag name="AS_OS" val="Unix 3.10 unknown"/>
  <p:tag name="AS_RELEASE_DATE" val="2025.05.31"/>
  <p:tag name="AS_TITLE" val="Aspose.Slides for Java"/>
  <p:tag name="AS_VERSION" val="25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1738</Words>
  <Application>WPS 文字</Application>
  <PresentationFormat>On-screen Show (4:3)</PresentationFormat>
  <Paragraphs>273</Paragraphs>
  <Slides>23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42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宋体</vt:lpstr>
      <vt:lpstr>Times New Roman</vt:lpstr>
      <vt:lpstr>Baskerville</vt:lpstr>
      <vt:lpstr>PingFang SC</vt:lpstr>
      <vt:lpstr>Arial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诗和远方</cp:lastModifiedBy>
  <cp:revision>4</cp:revision>
  <dcterms:created xsi:type="dcterms:W3CDTF">2026-03-27T18:26:36Z</dcterms:created>
  <dcterms:modified xsi:type="dcterms:W3CDTF">2026-03-27T18:26:36Z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2052-12.1.24709.24709</vt:lpwstr>
  </property>
  <property fmtid="{D5CDD505-2E9C-101B-9397-08002B2CF9AE}" pid="3" name="ICV">
    <vt:lpwstr>02DB661252F81B266AC2C669BCEA8B24_42</vt:lpwstr>
  </property>
</Properties>
</file>